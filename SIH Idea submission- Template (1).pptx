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247899" cy="2247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01750" y="9586214"/>
            <a:ext cx="5448014" cy="482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CC4B6"/>
                </a:solidFill>
                <a:latin typeface="Verdana"/>
                <a:cs typeface="Verdana"/>
              </a:defRPr>
            </a:lvl1pPr>
          </a:lstStyle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13" Type="http://schemas.openxmlformats.org/officeDocument/2006/relationships/image" Target="../media/image20.png" /><Relationship Id="rId18" Type="http://schemas.openxmlformats.org/officeDocument/2006/relationships/image" Target="../media/image25.png" /><Relationship Id="rId26" Type="http://schemas.openxmlformats.org/officeDocument/2006/relationships/image" Target="../media/image33.png" /><Relationship Id="rId3" Type="http://schemas.openxmlformats.org/officeDocument/2006/relationships/image" Target="../media/image10.png" /><Relationship Id="rId21" Type="http://schemas.openxmlformats.org/officeDocument/2006/relationships/image" Target="../media/image28.png" /><Relationship Id="rId7" Type="http://schemas.openxmlformats.org/officeDocument/2006/relationships/image" Target="../media/image14.png" /><Relationship Id="rId12" Type="http://schemas.openxmlformats.org/officeDocument/2006/relationships/image" Target="../media/image19.png" /><Relationship Id="rId17" Type="http://schemas.openxmlformats.org/officeDocument/2006/relationships/image" Target="../media/image24.png" /><Relationship Id="rId25" Type="http://schemas.openxmlformats.org/officeDocument/2006/relationships/image" Target="../media/image32.png" /><Relationship Id="rId2" Type="http://schemas.openxmlformats.org/officeDocument/2006/relationships/image" Target="../media/image2.png" /><Relationship Id="rId16" Type="http://schemas.openxmlformats.org/officeDocument/2006/relationships/image" Target="../media/image23.png" /><Relationship Id="rId20" Type="http://schemas.openxmlformats.org/officeDocument/2006/relationships/image" Target="../media/image27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3.png" /><Relationship Id="rId11" Type="http://schemas.openxmlformats.org/officeDocument/2006/relationships/image" Target="../media/image18.png" /><Relationship Id="rId24" Type="http://schemas.openxmlformats.org/officeDocument/2006/relationships/image" Target="../media/image31.png" /><Relationship Id="rId5" Type="http://schemas.openxmlformats.org/officeDocument/2006/relationships/image" Target="../media/image12.png" /><Relationship Id="rId15" Type="http://schemas.openxmlformats.org/officeDocument/2006/relationships/image" Target="../media/image22.png" /><Relationship Id="rId23" Type="http://schemas.openxmlformats.org/officeDocument/2006/relationships/image" Target="../media/image30.png" /><Relationship Id="rId10" Type="http://schemas.openxmlformats.org/officeDocument/2006/relationships/image" Target="../media/image17.png" /><Relationship Id="rId19" Type="http://schemas.openxmlformats.org/officeDocument/2006/relationships/image" Target="../media/image26.png" /><Relationship Id="rId4" Type="http://schemas.openxmlformats.org/officeDocument/2006/relationships/image" Target="../media/image11.png" /><Relationship Id="rId9" Type="http://schemas.openxmlformats.org/officeDocument/2006/relationships/image" Target="../media/image16.png" /><Relationship Id="rId14" Type="http://schemas.openxmlformats.org/officeDocument/2006/relationships/image" Target="../media/image21.png" /><Relationship Id="rId22" Type="http://schemas.openxmlformats.org/officeDocument/2006/relationships/image" Target="../media/image29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13" Type="http://schemas.openxmlformats.org/officeDocument/2006/relationships/image" Target="../media/image44.png" /><Relationship Id="rId18" Type="http://schemas.openxmlformats.org/officeDocument/2006/relationships/image" Target="../media/image49.png" /><Relationship Id="rId26" Type="http://schemas.openxmlformats.org/officeDocument/2006/relationships/image" Target="../media/image57.png" /><Relationship Id="rId3" Type="http://schemas.openxmlformats.org/officeDocument/2006/relationships/image" Target="../media/image34.png" /><Relationship Id="rId21" Type="http://schemas.openxmlformats.org/officeDocument/2006/relationships/image" Target="../media/image52.png" /><Relationship Id="rId34" Type="http://schemas.openxmlformats.org/officeDocument/2006/relationships/image" Target="../media/image65.png" /><Relationship Id="rId7" Type="http://schemas.openxmlformats.org/officeDocument/2006/relationships/image" Target="../media/image38.png" /><Relationship Id="rId12" Type="http://schemas.openxmlformats.org/officeDocument/2006/relationships/image" Target="../media/image43.png" /><Relationship Id="rId17" Type="http://schemas.openxmlformats.org/officeDocument/2006/relationships/image" Target="../media/image48.png" /><Relationship Id="rId25" Type="http://schemas.openxmlformats.org/officeDocument/2006/relationships/image" Target="../media/image56.png" /><Relationship Id="rId33" Type="http://schemas.openxmlformats.org/officeDocument/2006/relationships/image" Target="../media/image64.png" /><Relationship Id="rId2" Type="http://schemas.openxmlformats.org/officeDocument/2006/relationships/image" Target="../media/image2.png" /><Relationship Id="rId16" Type="http://schemas.openxmlformats.org/officeDocument/2006/relationships/image" Target="../media/image47.png" /><Relationship Id="rId20" Type="http://schemas.openxmlformats.org/officeDocument/2006/relationships/image" Target="../media/image51.png" /><Relationship Id="rId29" Type="http://schemas.openxmlformats.org/officeDocument/2006/relationships/image" Target="../media/image6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7.png" /><Relationship Id="rId11" Type="http://schemas.openxmlformats.org/officeDocument/2006/relationships/image" Target="../media/image42.png" /><Relationship Id="rId24" Type="http://schemas.openxmlformats.org/officeDocument/2006/relationships/image" Target="../media/image55.png" /><Relationship Id="rId32" Type="http://schemas.openxmlformats.org/officeDocument/2006/relationships/image" Target="../media/image63.png" /><Relationship Id="rId37" Type="http://schemas.openxmlformats.org/officeDocument/2006/relationships/image" Target="../media/image68.png" /><Relationship Id="rId5" Type="http://schemas.openxmlformats.org/officeDocument/2006/relationships/image" Target="../media/image36.png" /><Relationship Id="rId15" Type="http://schemas.openxmlformats.org/officeDocument/2006/relationships/image" Target="../media/image46.png" /><Relationship Id="rId23" Type="http://schemas.openxmlformats.org/officeDocument/2006/relationships/image" Target="../media/image54.png" /><Relationship Id="rId28" Type="http://schemas.openxmlformats.org/officeDocument/2006/relationships/image" Target="../media/image59.png" /><Relationship Id="rId36" Type="http://schemas.openxmlformats.org/officeDocument/2006/relationships/image" Target="../media/image67.png" /><Relationship Id="rId10" Type="http://schemas.openxmlformats.org/officeDocument/2006/relationships/image" Target="../media/image41.png" /><Relationship Id="rId19" Type="http://schemas.openxmlformats.org/officeDocument/2006/relationships/image" Target="../media/image50.png" /><Relationship Id="rId31" Type="http://schemas.openxmlformats.org/officeDocument/2006/relationships/image" Target="../media/image62.png" /><Relationship Id="rId4" Type="http://schemas.openxmlformats.org/officeDocument/2006/relationships/image" Target="../media/image35.png" /><Relationship Id="rId9" Type="http://schemas.openxmlformats.org/officeDocument/2006/relationships/image" Target="../media/image40.png" /><Relationship Id="rId14" Type="http://schemas.openxmlformats.org/officeDocument/2006/relationships/image" Target="../media/image45.png" /><Relationship Id="rId22" Type="http://schemas.openxmlformats.org/officeDocument/2006/relationships/image" Target="../media/image53.png" /><Relationship Id="rId27" Type="http://schemas.openxmlformats.org/officeDocument/2006/relationships/image" Target="../media/image58.png" /><Relationship Id="rId30" Type="http://schemas.openxmlformats.org/officeDocument/2006/relationships/image" Target="../media/image61.png" /><Relationship Id="rId35" Type="http://schemas.openxmlformats.org/officeDocument/2006/relationships/image" Target="../media/image6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 /><Relationship Id="rId13" Type="http://schemas.openxmlformats.org/officeDocument/2006/relationships/image" Target="../media/image78.png" /><Relationship Id="rId18" Type="http://schemas.openxmlformats.org/officeDocument/2006/relationships/image" Target="../media/image83.png" /><Relationship Id="rId3" Type="http://schemas.openxmlformats.org/officeDocument/2006/relationships/image" Target="../media/image70.png" /><Relationship Id="rId21" Type="http://schemas.openxmlformats.org/officeDocument/2006/relationships/image" Target="../media/image86.png" /><Relationship Id="rId7" Type="http://schemas.openxmlformats.org/officeDocument/2006/relationships/image" Target="../media/image74.png" /><Relationship Id="rId12" Type="http://schemas.openxmlformats.org/officeDocument/2006/relationships/image" Target="../media/image1.png" /><Relationship Id="rId17" Type="http://schemas.openxmlformats.org/officeDocument/2006/relationships/image" Target="../media/image82.png" /><Relationship Id="rId2" Type="http://schemas.openxmlformats.org/officeDocument/2006/relationships/image" Target="../media/image69.png" /><Relationship Id="rId16" Type="http://schemas.openxmlformats.org/officeDocument/2006/relationships/image" Target="../media/image81.png" /><Relationship Id="rId20" Type="http://schemas.openxmlformats.org/officeDocument/2006/relationships/image" Target="../media/image8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73.png" /><Relationship Id="rId11" Type="http://schemas.openxmlformats.org/officeDocument/2006/relationships/image" Target="../media/image55.png" /><Relationship Id="rId5" Type="http://schemas.openxmlformats.org/officeDocument/2006/relationships/image" Target="../media/image72.png" /><Relationship Id="rId15" Type="http://schemas.openxmlformats.org/officeDocument/2006/relationships/image" Target="../media/image80.png" /><Relationship Id="rId10" Type="http://schemas.openxmlformats.org/officeDocument/2006/relationships/image" Target="../media/image77.png" /><Relationship Id="rId19" Type="http://schemas.openxmlformats.org/officeDocument/2006/relationships/image" Target="../media/image84.png" /><Relationship Id="rId4" Type="http://schemas.openxmlformats.org/officeDocument/2006/relationships/image" Target="../media/image71.png" /><Relationship Id="rId9" Type="http://schemas.openxmlformats.org/officeDocument/2006/relationships/image" Target="../media/image76.png" /><Relationship Id="rId14" Type="http://schemas.openxmlformats.org/officeDocument/2006/relationships/image" Target="../media/image79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 /><Relationship Id="rId13" Type="http://schemas.openxmlformats.org/officeDocument/2006/relationships/image" Target="../media/image97.png" /><Relationship Id="rId18" Type="http://schemas.openxmlformats.org/officeDocument/2006/relationships/image" Target="../media/image102.png" /><Relationship Id="rId3" Type="http://schemas.openxmlformats.org/officeDocument/2006/relationships/image" Target="../media/image88.png" /><Relationship Id="rId21" Type="http://schemas.openxmlformats.org/officeDocument/2006/relationships/image" Target="../media/image55.png" /><Relationship Id="rId7" Type="http://schemas.openxmlformats.org/officeDocument/2006/relationships/image" Target="../media/image1.png" /><Relationship Id="rId12" Type="http://schemas.openxmlformats.org/officeDocument/2006/relationships/image" Target="../media/image96.png" /><Relationship Id="rId17" Type="http://schemas.openxmlformats.org/officeDocument/2006/relationships/image" Target="../media/image101.png" /><Relationship Id="rId2" Type="http://schemas.openxmlformats.org/officeDocument/2006/relationships/image" Target="../media/image87.png" /><Relationship Id="rId16" Type="http://schemas.openxmlformats.org/officeDocument/2006/relationships/image" Target="../media/image100.png" /><Relationship Id="rId20" Type="http://schemas.openxmlformats.org/officeDocument/2006/relationships/image" Target="../media/image104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91.png" /><Relationship Id="rId11" Type="http://schemas.openxmlformats.org/officeDocument/2006/relationships/image" Target="../media/image95.png" /><Relationship Id="rId5" Type="http://schemas.openxmlformats.org/officeDocument/2006/relationships/image" Target="../media/image90.png" /><Relationship Id="rId15" Type="http://schemas.openxmlformats.org/officeDocument/2006/relationships/image" Target="../media/image99.png" /><Relationship Id="rId10" Type="http://schemas.openxmlformats.org/officeDocument/2006/relationships/image" Target="../media/image94.png" /><Relationship Id="rId19" Type="http://schemas.openxmlformats.org/officeDocument/2006/relationships/image" Target="../media/image103.png" /><Relationship Id="rId4" Type="http://schemas.openxmlformats.org/officeDocument/2006/relationships/image" Target="../media/image89.png" /><Relationship Id="rId9" Type="http://schemas.openxmlformats.org/officeDocument/2006/relationships/image" Target="../media/image93.png" /><Relationship Id="rId14" Type="http://schemas.openxmlformats.org/officeDocument/2006/relationships/image" Target="../media/image98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 /><Relationship Id="rId13" Type="http://schemas.openxmlformats.org/officeDocument/2006/relationships/image" Target="../media/image115.png" /><Relationship Id="rId18" Type="http://schemas.openxmlformats.org/officeDocument/2006/relationships/image" Target="../media/image120.png" /><Relationship Id="rId3" Type="http://schemas.openxmlformats.org/officeDocument/2006/relationships/image" Target="../media/image105.png" /><Relationship Id="rId7" Type="http://schemas.openxmlformats.org/officeDocument/2006/relationships/image" Target="../media/image109.png" /><Relationship Id="rId12" Type="http://schemas.openxmlformats.org/officeDocument/2006/relationships/image" Target="../media/image114.png" /><Relationship Id="rId17" Type="http://schemas.openxmlformats.org/officeDocument/2006/relationships/image" Target="../media/image119.png" /><Relationship Id="rId2" Type="http://schemas.openxmlformats.org/officeDocument/2006/relationships/image" Target="../media/image2.png" /><Relationship Id="rId16" Type="http://schemas.openxmlformats.org/officeDocument/2006/relationships/image" Target="../media/image11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08.png" /><Relationship Id="rId11" Type="http://schemas.openxmlformats.org/officeDocument/2006/relationships/image" Target="../media/image113.png" /><Relationship Id="rId5" Type="http://schemas.openxmlformats.org/officeDocument/2006/relationships/image" Target="../media/image107.png" /><Relationship Id="rId15" Type="http://schemas.openxmlformats.org/officeDocument/2006/relationships/image" Target="../media/image117.png" /><Relationship Id="rId10" Type="http://schemas.openxmlformats.org/officeDocument/2006/relationships/image" Target="../media/image112.png" /><Relationship Id="rId4" Type="http://schemas.openxmlformats.org/officeDocument/2006/relationships/image" Target="../media/image106.png" /><Relationship Id="rId9" Type="http://schemas.openxmlformats.org/officeDocument/2006/relationships/image" Target="../media/image111.png" /><Relationship Id="rId14" Type="http://schemas.openxmlformats.org/officeDocument/2006/relationships/image" Target="../media/image11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5161" y="21680"/>
              <a:ext cx="3882837" cy="18383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4898" y="1683627"/>
              <a:ext cx="6819899" cy="75723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23854" y="3081460"/>
              <a:ext cx="4467224" cy="47815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915" y="0"/>
              <a:ext cx="12191999" cy="24748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247899" cy="21549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280" y="837850"/>
              <a:ext cx="12763499" cy="26288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5864" y="2718085"/>
              <a:ext cx="9277349" cy="72770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31958" y="7860465"/>
              <a:ext cx="1657349" cy="24265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5161" y="0"/>
            <a:ext cx="3882837" cy="18383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65577" y="639770"/>
            <a:ext cx="17263110" cy="6116320"/>
            <a:chOff x="165577" y="639770"/>
            <a:chExt cx="17263110" cy="61163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639770"/>
              <a:ext cx="14411324" cy="1600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77" y="2243362"/>
              <a:ext cx="15278099" cy="2743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577" y="3212205"/>
              <a:ext cx="5581649" cy="3543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8696" y="3212205"/>
              <a:ext cx="5591174" cy="3543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61154" y="3212205"/>
              <a:ext cx="5467349" cy="346709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68094" y="3590373"/>
            <a:ext cx="1104899" cy="11048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44000" y="3893620"/>
            <a:ext cx="809624" cy="8096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544194" y="3893620"/>
            <a:ext cx="895349" cy="8953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7534124"/>
            <a:ext cx="18288000" cy="2686050"/>
            <a:chOff x="0" y="7534124"/>
            <a:chExt cx="18288000" cy="2686050"/>
          </a:xfrm>
        </p:grpSpPr>
        <p:pic>
          <p:nvPicPr>
            <p:cNvPr id="4" name="object 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9591122"/>
              <a:ext cx="18287999" cy="628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85714" y="7534124"/>
              <a:ext cx="1502284" cy="249554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7676" y="6940130"/>
            <a:ext cx="2495549" cy="17240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544124" y="7054924"/>
            <a:ext cx="3257549" cy="14954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26968" y="6955573"/>
            <a:ext cx="3600449" cy="58102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451739" y="7364250"/>
            <a:ext cx="667385" cy="949960"/>
            <a:chOff x="451739" y="7364250"/>
            <a:chExt cx="667385" cy="949960"/>
          </a:xfrm>
        </p:grpSpPr>
        <p:sp>
          <p:nvSpPr>
            <p:cNvPr id="28" name="object 28"/>
            <p:cNvSpPr/>
            <p:nvPr/>
          </p:nvSpPr>
          <p:spPr>
            <a:xfrm>
              <a:off x="459192" y="7371786"/>
              <a:ext cx="652145" cy="934719"/>
            </a:xfrm>
            <a:custGeom>
              <a:avLst/>
              <a:gdLst/>
              <a:ahLst/>
              <a:cxnLst/>
              <a:rect l="l" t="t" r="r" b="b"/>
              <a:pathLst>
                <a:path w="652144" h="934720">
                  <a:moveTo>
                    <a:pt x="508630" y="934452"/>
                  </a:moveTo>
                  <a:lnTo>
                    <a:pt x="0" y="934452"/>
                  </a:lnTo>
                  <a:lnTo>
                    <a:pt x="0" y="0"/>
                  </a:lnTo>
                  <a:lnTo>
                    <a:pt x="651933" y="0"/>
                  </a:lnTo>
                  <a:lnTo>
                    <a:pt x="651933" y="804683"/>
                  </a:lnTo>
                  <a:lnTo>
                    <a:pt x="508630" y="934452"/>
                  </a:lnTo>
                  <a:close/>
                </a:path>
              </a:pathLst>
            </a:custGeom>
            <a:solidFill>
              <a:srgbClr val="C2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7823" y="8176470"/>
              <a:ext cx="143510" cy="130175"/>
            </a:xfrm>
            <a:custGeom>
              <a:avLst/>
              <a:gdLst/>
              <a:ahLst/>
              <a:cxnLst/>
              <a:rect l="l" t="t" r="r" b="b"/>
              <a:pathLst>
                <a:path w="143509" h="130175">
                  <a:moveTo>
                    <a:pt x="0" y="129768"/>
                  </a:moveTo>
                  <a:lnTo>
                    <a:pt x="0" y="0"/>
                  </a:lnTo>
                  <a:lnTo>
                    <a:pt x="143302" y="0"/>
                  </a:lnTo>
                  <a:lnTo>
                    <a:pt x="0" y="129768"/>
                  </a:lnTo>
                  <a:close/>
                </a:path>
              </a:pathLst>
            </a:custGeom>
            <a:solidFill>
              <a:srgbClr val="52A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5129" y="7426346"/>
              <a:ext cx="240059" cy="24175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57631" y="7418795"/>
              <a:ext cx="255270" cy="257175"/>
            </a:xfrm>
            <a:custGeom>
              <a:avLst/>
              <a:gdLst/>
              <a:ahLst/>
              <a:cxnLst/>
              <a:rect l="l" t="t" r="r" b="b"/>
              <a:pathLst>
                <a:path w="255269" h="257175">
                  <a:moveTo>
                    <a:pt x="127528" y="256853"/>
                  </a:moveTo>
                  <a:lnTo>
                    <a:pt x="77932" y="246745"/>
                  </a:lnTo>
                  <a:lnTo>
                    <a:pt x="37391" y="219195"/>
                  </a:lnTo>
                  <a:lnTo>
                    <a:pt x="10036" y="178368"/>
                  </a:lnTo>
                  <a:lnTo>
                    <a:pt x="0" y="128426"/>
                  </a:lnTo>
                  <a:lnTo>
                    <a:pt x="10037" y="78485"/>
                  </a:lnTo>
                  <a:lnTo>
                    <a:pt x="37394" y="37657"/>
                  </a:lnTo>
                  <a:lnTo>
                    <a:pt x="77935" y="10108"/>
                  </a:lnTo>
                  <a:lnTo>
                    <a:pt x="127528" y="0"/>
                  </a:lnTo>
                  <a:lnTo>
                    <a:pt x="177120" y="10108"/>
                  </a:lnTo>
                  <a:lnTo>
                    <a:pt x="184424" y="15071"/>
                  </a:lnTo>
                  <a:lnTo>
                    <a:pt x="127528" y="15071"/>
                  </a:lnTo>
                  <a:lnTo>
                    <a:pt x="83756" y="23994"/>
                  </a:lnTo>
                  <a:lnTo>
                    <a:pt x="47972" y="48310"/>
                  </a:lnTo>
                  <a:lnTo>
                    <a:pt x="23826" y="84346"/>
                  </a:lnTo>
                  <a:lnTo>
                    <a:pt x="14966" y="128426"/>
                  </a:lnTo>
                  <a:lnTo>
                    <a:pt x="23826" y="172506"/>
                  </a:lnTo>
                  <a:lnTo>
                    <a:pt x="47972" y="208542"/>
                  </a:lnTo>
                  <a:lnTo>
                    <a:pt x="83756" y="232859"/>
                  </a:lnTo>
                  <a:lnTo>
                    <a:pt x="127528" y="241781"/>
                  </a:lnTo>
                  <a:lnTo>
                    <a:pt x="184424" y="241781"/>
                  </a:lnTo>
                  <a:lnTo>
                    <a:pt x="177120" y="246745"/>
                  </a:lnTo>
                  <a:lnTo>
                    <a:pt x="127528" y="256853"/>
                  </a:lnTo>
                  <a:close/>
                </a:path>
                <a:path w="255269" h="257175">
                  <a:moveTo>
                    <a:pt x="184424" y="241781"/>
                  </a:moveTo>
                  <a:lnTo>
                    <a:pt x="127528" y="241781"/>
                  </a:lnTo>
                  <a:lnTo>
                    <a:pt x="171299" y="232859"/>
                  </a:lnTo>
                  <a:lnTo>
                    <a:pt x="207083" y="208542"/>
                  </a:lnTo>
                  <a:lnTo>
                    <a:pt x="231230" y="172506"/>
                  </a:lnTo>
                  <a:lnTo>
                    <a:pt x="240089" y="128426"/>
                  </a:lnTo>
                  <a:lnTo>
                    <a:pt x="231230" y="84346"/>
                  </a:lnTo>
                  <a:lnTo>
                    <a:pt x="207083" y="48310"/>
                  </a:lnTo>
                  <a:lnTo>
                    <a:pt x="171299" y="23994"/>
                  </a:lnTo>
                  <a:lnTo>
                    <a:pt x="127528" y="15071"/>
                  </a:lnTo>
                  <a:lnTo>
                    <a:pt x="184424" y="15071"/>
                  </a:lnTo>
                  <a:lnTo>
                    <a:pt x="217661" y="37657"/>
                  </a:lnTo>
                  <a:lnTo>
                    <a:pt x="245018" y="78485"/>
                  </a:lnTo>
                  <a:lnTo>
                    <a:pt x="255056" y="128426"/>
                  </a:lnTo>
                  <a:lnTo>
                    <a:pt x="245018" y="178368"/>
                  </a:lnTo>
                  <a:lnTo>
                    <a:pt x="217661" y="219195"/>
                  </a:lnTo>
                  <a:lnTo>
                    <a:pt x="184424" y="241781"/>
                  </a:lnTo>
                  <a:close/>
                </a:path>
              </a:pathLst>
            </a:custGeom>
            <a:solidFill>
              <a:srgbClr val="3A32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3385" y="7449360"/>
              <a:ext cx="63546" cy="1983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51739" y="7364259"/>
              <a:ext cx="667385" cy="949960"/>
            </a:xfrm>
            <a:custGeom>
              <a:avLst/>
              <a:gdLst/>
              <a:ahLst/>
              <a:cxnLst/>
              <a:rect l="l" t="t" r="r" b="b"/>
              <a:pathLst>
                <a:path w="667385" h="949959">
                  <a:moveTo>
                    <a:pt x="297357" y="750989"/>
                  </a:moveTo>
                  <a:lnTo>
                    <a:pt x="294005" y="747623"/>
                  </a:lnTo>
                  <a:lnTo>
                    <a:pt x="289864" y="747623"/>
                  </a:lnTo>
                  <a:lnTo>
                    <a:pt x="104546" y="747623"/>
                  </a:lnTo>
                  <a:lnTo>
                    <a:pt x="101193" y="750989"/>
                  </a:lnTo>
                  <a:lnTo>
                    <a:pt x="101193" y="759333"/>
                  </a:lnTo>
                  <a:lnTo>
                    <a:pt x="104546" y="762698"/>
                  </a:lnTo>
                  <a:lnTo>
                    <a:pt x="294005" y="762698"/>
                  </a:lnTo>
                  <a:lnTo>
                    <a:pt x="297357" y="759333"/>
                  </a:lnTo>
                  <a:lnTo>
                    <a:pt x="297357" y="750989"/>
                  </a:lnTo>
                  <a:close/>
                </a:path>
                <a:path w="667385" h="949959">
                  <a:moveTo>
                    <a:pt x="297357" y="685406"/>
                  </a:moveTo>
                  <a:lnTo>
                    <a:pt x="294005" y="682028"/>
                  </a:lnTo>
                  <a:lnTo>
                    <a:pt x="289864" y="682028"/>
                  </a:lnTo>
                  <a:lnTo>
                    <a:pt x="104546" y="682028"/>
                  </a:lnTo>
                  <a:lnTo>
                    <a:pt x="101193" y="685406"/>
                  </a:lnTo>
                  <a:lnTo>
                    <a:pt x="101193" y="693737"/>
                  </a:lnTo>
                  <a:lnTo>
                    <a:pt x="104546" y="697103"/>
                  </a:lnTo>
                  <a:lnTo>
                    <a:pt x="294005" y="697103"/>
                  </a:lnTo>
                  <a:lnTo>
                    <a:pt x="297357" y="693737"/>
                  </a:lnTo>
                  <a:lnTo>
                    <a:pt x="297357" y="685406"/>
                  </a:lnTo>
                  <a:close/>
                </a:path>
                <a:path w="667385" h="949959">
                  <a:moveTo>
                    <a:pt x="297357" y="619810"/>
                  </a:moveTo>
                  <a:lnTo>
                    <a:pt x="294005" y="616445"/>
                  </a:lnTo>
                  <a:lnTo>
                    <a:pt x="289864" y="616445"/>
                  </a:lnTo>
                  <a:lnTo>
                    <a:pt x="104546" y="616445"/>
                  </a:lnTo>
                  <a:lnTo>
                    <a:pt x="101193" y="619810"/>
                  </a:lnTo>
                  <a:lnTo>
                    <a:pt x="101193" y="628142"/>
                  </a:lnTo>
                  <a:lnTo>
                    <a:pt x="104546" y="631507"/>
                  </a:lnTo>
                  <a:lnTo>
                    <a:pt x="294005" y="631507"/>
                  </a:lnTo>
                  <a:lnTo>
                    <a:pt x="297357" y="628142"/>
                  </a:lnTo>
                  <a:lnTo>
                    <a:pt x="297357" y="619810"/>
                  </a:lnTo>
                  <a:close/>
                </a:path>
                <a:path w="667385" h="949959">
                  <a:moveTo>
                    <a:pt x="389801" y="371335"/>
                  </a:moveTo>
                  <a:lnTo>
                    <a:pt x="386461" y="367957"/>
                  </a:lnTo>
                  <a:lnTo>
                    <a:pt x="71323" y="367957"/>
                  </a:lnTo>
                  <a:lnTo>
                    <a:pt x="67983" y="371335"/>
                  </a:lnTo>
                  <a:lnTo>
                    <a:pt x="67983" y="379653"/>
                  </a:lnTo>
                  <a:lnTo>
                    <a:pt x="71323" y="383032"/>
                  </a:lnTo>
                  <a:lnTo>
                    <a:pt x="75463" y="383032"/>
                  </a:lnTo>
                  <a:lnTo>
                    <a:pt x="386461" y="383032"/>
                  </a:lnTo>
                  <a:lnTo>
                    <a:pt x="389801" y="379653"/>
                  </a:lnTo>
                  <a:lnTo>
                    <a:pt x="389801" y="371335"/>
                  </a:lnTo>
                  <a:close/>
                </a:path>
                <a:path w="667385" h="949959">
                  <a:moveTo>
                    <a:pt x="446862" y="823696"/>
                  </a:moveTo>
                  <a:lnTo>
                    <a:pt x="443522" y="820331"/>
                  </a:lnTo>
                  <a:lnTo>
                    <a:pt x="439381" y="820331"/>
                  </a:lnTo>
                  <a:lnTo>
                    <a:pt x="71323" y="820331"/>
                  </a:lnTo>
                  <a:lnTo>
                    <a:pt x="67983" y="823696"/>
                  </a:lnTo>
                  <a:lnTo>
                    <a:pt x="67983" y="832040"/>
                  </a:lnTo>
                  <a:lnTo>
                    <a:pt x="71323" y="835406"/>
                  </a:lnTo>
                  <a:lnTo>
                    <a:pt x="443522" y="835406"/>
                  </a:lnTo>
                  <a:lnTo>
                    <a:pt x="446862" y="832040"/>
                  </a:lnTo>
                  <a:lnTo>
                    <a:pt x="446862" y="823696"/>
                  </a:lnTo>
                  <a:close/>
                </a:path>
                <a:path w="667385" h="949959">
                  <a:moveTo>
                    <a:pt x="584568" y="522643"/>
                  </a:moveTo>
                  <a:lnTo>
                    <a:pt x="581215" y="519277"/>
                  </a:lnTo>
                  <a:lnTo>
                    <a:pt x="71323" y="519277"/>
                  </a:lnTo>
                  <a:lnTo>
                    <a:pt x="67983" y="522643"/>
                  </a:lnTo>
                  <a:lnTo>
                    <a:pt x="67983" y="530974"/>
                  </a:lnTo>
                  <a:lnTo>
                    <a:pt x="71323" y="534339"/>
                  </a:lnTo>
                  <a:lnTo>
                    <a:pt x="75463" y="534339"/>
                  </a:lnTo>
                  <a:lnTo>
                    <a:pt x="581215" y="534339"/>
                  </a:lnTo>
                  <a:lnTo>
                    <a:pt x="584568" y="530974"/>
                  </a:lnTo>
                  <a:lnTo>
                    <a:pt x="584568" y="522643"/>
                  </a:lnTo>
                  <a:close/>
                </a:path>
                <a:path w="667385" h="949959">
                  <a:moveTo>
                    <a:pt x="584568" y="434771"/>
                  </a:moveTo>
                  <a:lnTo>
                    <a:pt x="581215" y="431393"/>
                  </a:lnTo>
                  <a:lnTo>
                    <a:pt x="71323" y="431393"/>
                  </a:lnTo>
                  <a:lnTo>
                    <a:pt x="67983" y="434771"/>
                  </a:lnTo>
                  <a:lnTo>
                    <a:pt x="67983" y="443090"/>
                  </a:lnTo>
                  <a:lnTo>
                    <a:pt x="71323" y="446455"/>
                  </a:lnTo>
                  <a:lnTo>
                    <a:pt x="75463" y="446455"/>
                  </a:lnTo>
                  <a:lnTo>
                    <a:pt x="581215" y="446455"/>
                  </a:lnTo>
                  <a:lnTo>
                    <a:pt x="584568" y="443090"/>
                  </a:lnTo>
                  <a:lnTo>
                    <a:pt x="584568" y="434771"/>
                  </a:lnTo>
                  <a:close/>
                </a:path>
                <a:path w="667385" h="949959">
                  <a:moveTo>
                    <a:pt x="666826" y="3378"/>
                  </a:moveTo>
                  <a:lnTo>
                    <a:pt x="663486" y="0"/>
                  </a:lnTo>
                  <a:lnTo>
                    <a:pt x="651865" y="0"/>
                  </a:lnTo>
                  <a:lnTo>
                    <a:pt x="651865" y="15074"/>
                  </a:lnTo>
                  <a:lnTo>
                    <a:pt x="651865" y="804659"/>
                  </a:lnTo>
                  <a:lnTo>
                    <a:pt x="639838" y="804659"/>
                  </a:lnTo>
                  <a:lnTo>
                    <a:pt x="639838" y="819734"/>
                  </a:lnTo>
                  <a:lnTo>
                    <a:pt x="523557" y="925080"/>
                  </a:lnTo>
                  <a:lnTo>
                    <a:pt x="523557" y="819734"/>
                  </a:lnTo>
                  <a:lnTo>
                    <a:pt x="639838" y="819734"/>
                  </a:lnTo>
                  <a:lnTo>
                    <a:pt x="639838" y="804659"/>
                  </a:lnTo>
                  <a:lnTo>
                    <a:pt x="511937" y="804659"/>
                  </a:lnTo>
                  <a:lnTo>
                    <a:pt x="508584" y="808024"/>
                  </a:lnTo>
                  <a:lnTo>
                    <a:pt x="508584" y="934453"/>
                  </a:lnTo>
                  <a:lnTo>
                    <a:pt x="14960" y="934453"/>
                  </a:lnTo>
                  <a:lnTo>
                    <a:pt x="14960" y="15074"/>
                  </a:lnTo>
                  <a:lnTo>
                    <a:pt x="651865" y="15074"/>
                  </a:lnTo>
                  <a:lnTo>
                    <a:pt x="651865" y="0"/>
                  </a:lnTo>
                  <a:lnTo>
                    <a:pt x="3340" y="0"/>
                  </a:lnTo>
                  <a:lnTo>
                    <a:pt x="0" y="3378"/>
                  </a:lnTo>
                  <a:lnTo>
                    <a:pt x="0" y="946150"/>
                  </a:lnTo>
                  <a:lnTo>
                    <a:pt x="3340" y="949515"/>
                  </a:lnTo>
                  <a:lnTo>
                    <a:pt x="517017" y="949515"/>
                  </a:lnTo>
                  <a:lnTo>
                    <a:pt x="517956" y="949312"/>
                  </a:lnTo>
                  <a:lnTo>
                    <a:pt x="519226" y="948791"/>
                  </a:lnTo>
                  <a:lnTo>
                    <a:pt x="519531" y="948537"/>
                  </a:lnTo>
                  <a:lnTo>
                    <a:pt x="520280" y="948080"/>
                  </a:lnTo>
                  <a:lnTo>
                    <a:pt x="662216" y="819734"/>
                  </a:lnTo>
                  <a:lnTo>
                    <a:pt x="664489" y="817626"/>
                  </a:lnTo>
                  <a:lnTo>
                    <a:pt x="664667" y="817448"/>
                  </a:lnTo>
                  <a:lnTo>
                    <a:pt x="664781" y="817245"/>
                  </a:lnTo>
                  <a:lnTo>
                    <a:pt x="665365" y="816559"/>
                  </a:lnTo>
                  <a:lnTo>
                    <a:pt x="665721" y="816051"/>
                  </a:lnTo>
                  <a:lnTo>
                    <a:pt x="666140" y="815213"/>
                  </a:lnTo>
                  <a:lnTo>
                    <a:pt x="666229" y="814946"/>
                  </a:lnTo>
                  <a:lnTo>
                    <a:pt x="666330" y="814679"/>
                  </a:lnTo>
                  <a:lnTo>
                    <a:pt x="666559" y="814031"/>
                  </a:lnTo>
                  <a:lnTo>
                    <a:pt x="666686" y="813371"/>
                  </a:lnTo>
                  <a:lnTo>
                    <a:pt x="666737" y="812520"/>
                  </a:lnTo>
                  <a:lnTo>
                    <a:pt x="666826" y="15074"/>
                  </a:lnTo>
                  <a:lnTo>
                    <a:pt x="666826" y="3378"/>
                  </a:lnTo>
                  <a:close/>
                </a:path>
              </a:pathLst>
            </a:custGeom>
            <a:solidFill>
              <a:srgbClr val="3A32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64582" y="7277505"/>
            <a:ext cx="1276349" cy="10477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934001" y="8189931"/>
            <a:ext cx="3600449" cy="59054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775323" y="6940130"/>
            <a:ext cx="1372235" cy="1671955"/>
            <a:chOff x="7775323" y="6940130"/>
            <a:chExt cx="1372235" cy="1671955"/>
          </a:xfrm>
        </p:grpSpPr>
        <p:pic>
          <p:nvPicPr>
            <p:cNvPr id="19" name="object 1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75323" y="7625705"/>
              <a:ext cx="838199" cy="4286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99409" y="7365584"/>
              <a:ext cx="238124" cy="4381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14280" y="7721699"/>
              <a:ext cx="323849" cy="609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89946" y="6940130"/>
              <a:ext cx="1057274" cy="581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99409" y="8145341"/>
              <a:ext cx="485774" cy="466724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6104764" y="8690593"/>
            <a:ext cx="530225" cy="342900"/>
          </a:xfrm>
          <a:custGeom>
            <a:avLst/>
            <a:gdLst/>
            <a:ahLst/>
            <a:cxnLst/>
            <a:rect l="l" t="t" r="r" b="b"/>
            <a:pathLst>
              <a:path w="530225" h="342900">
                <a:moveTo>
                  <a:pt x="147580" y="208413"/>
                </a:moveTo>
                <a:lnTo>
                  <a:pt x="94041" y="208413"/>
                </a:lnTo>
                <a:lnTo>
                  <a:pt x="516839" y="0"/>
                </a:lnTo>
                <a:lnTo>
                  <a:pt x="523565" y="2069"/>
                </a:lnTo>
                <a:lnTo>
                  <a:pt x="529772" y="12874"/>
                </a:lnTo>
                <a:lnTo>
                  <a:pt x="528173" y="19758"/>
                </a:lnTo>
                <a:lnTo>
                  <a:pt x="407677" y="101073"/>
                </a:lnTo>
                <a:lnTo>
                  <a:pt x="365362" y="101073"/>
                </a:lnTo>
                <a:lnTo>
                  <a:pt x="147580" y="208413"/>
                </a:lnTo>
                <a:close/>
              </a:path>
              <a:path w="530225" h="342900">
                <a:moveTo>
                  <a:pt x="120545" y="318773"/>
                </a:moveTo>
                <a:lnTo>
                  <a:pt x="74378" y="318773"/>
                </a:lnTo>
                <a:lnTo>
                  <a:pt x="91554" y="312975"/>
                </a:lnTo>
                <a:lnTo>
                  <a:pt x="100569" y="306121"/>
                </a:lnTo>
                <a:lnTo>
                  <a:pt x="107540" y="297411"/>
                </a:lnTo>
                <a:lnTo>
                  <a:pt x="112207" y="287261"/>
                </a:lnTo>
                <a:lnTo>
                  <a:pt x="114311" y="276083"/>
                </a:lnTo>
                <a:lnTo>
                  <a:pt x="114529" y="272379"/>
                </a:lnTo>
                <a:lnTo>
                  <a:pt x="116463" y="269044"/>
                </a:lnTo>
                <a:lnTo>
                  <a:pt x="365362" y="101073"/>
                </a:lnTo>
                <a:lnTo>
                  <a:pt x="407677" y="101073"/>
                </a:lnTo>
                <a:lnTo>
                  <a:pt x="137226" y="283585"/>
                </a:lnTo>
                <a:lnTo>
                  <a:pt x="133198" y="298699"/>
                </a:lnTo>
                <a:lnTo>
                  <a:pt x="126011" y="312376"/>
                </a:lnTo>
                <a:lnTo>
                  <a:pt x="120545" y="318773"/>
                </a:lnTo>
                <a:close/>
              </a:path>
              <a:path w="530225" h="342900">
                <a:moveTo>
                  <a:pt x="68826" y="342826"/>
                </a:moveTo>
                <a:lnTo>
                  <a:pt x="20172" y="322874"/>
                </a:lnTo>
                <a:lnTo>
                  <a:pt x="0" y="281847"/>
                </a:lnTo>
                <a:lnTo>
                  <a:pt x="1852" y="255211"/>
                </a:lnTo>
                <a:lnTo>
                  <a:pt x="13489" y="231208"/>
                </a:lnTo>
                <a:lnTo>
                  <a:pt x="34089" y="212921"/>
                </a:lnTo>
                <a:lnTo>
                  <a:pt x="48454" y="206638"/>
                </a:lnTo>
                <a:lnTo>
                  <a:pt x="63616" y="203779"/>
                </a:lnTo>
                <a:lnTo>
                  <a:pt x="79002" y="204364"/>
                </a:lnTo>
                <a:lnTo>
                  <a:pt x="94041" y="208413"/>
                </a:lnTo>
                <a:lnTo>
                  <a:pt x="147580" y="208413"/>
                </a:lnTo>
                <a:lnTo>
                  <a:pt x="109248" y="227306"/>
                </a:lnTo>
                <a:lnTo>
                  <a:pt x="60809" y="227306"/>
                </a:lnTo>
                <a:lnTo>
                  <a:pt x="52947" y="229374"/>
                </a:lnTo>
                <a:lnTo>
                  <a:pt x="45883" y="233450"/>
                </a:lnTo>
                <a:lnTo>
                  <a:pt x="32302" y="245509"/>
                </a:lnTo>
                <a:lnTo>
                  <a:pt x="24629" y="261342"/>
                </a:lnTo>
                <a:lnTo>
                  <a:pt x="23406" y="278912"/>
                </a:lnTo>
                <a:lnTo>
                  <a:pt x="29175" y="296181"/>
                </a:lnTo>
                <a:lnTo>
                  <a:pt x="41168" y="309832"/>
                </a:lnTo>
                <a:lnTo>
                  <a:pt x="56909" y="317544"/>
                </a:lnTo>
                <a:lnTo>
                  <a:pt x="74378" y="318773"/>
                </a:lnTo>
                <a:lnTo>
                  <a:pt x="120545" y="318773"/>
                </a:lnTo>
                <a:lnTo>
                  <a:pt x="115961" y="324137"/>
                </a:lnTo>
                <a:lnTo>
                  <a:pt x="103347" y="333504"/>
                </a:lnTo>
                <a:lnTo>
                  <a:pt x="95022" y="337618"/>
                </a:lnTo>
                <a:lnTo>
                  <a:pt x="86428" y="340525"/>
                </a:lnTo>
                <a:lnTo>
                  <a:pt x="77654" y="342256"/>
                </a:lnTo>
                <a:lnTo>
                  <a:pt x="68826" y="342826"/>
                </a:lnTo>
                <a:close/>
              </a:path>
              <a:path w="530225" h="342900">
                <a:moveTo>
                  <a:pt x="96191" y="233759"/>
                </a:moveTo>
                <a:lnTo>
                  <a:pt x="92352" y="233759"/>
                </a:lnTo>
                <a:lnTo>
                  <a:pt x="82616" y="228911"/>
                </a:lnTo>
                <a:lnTo>
                  <a:pt x="75644" y="227306"/>
                </a:lnTo>
                <a:lnTo>
                  <a:pt x="109248" y="227306"/>
                </a:lnTo>
                <a:lnTo>
                  <a:pt x="96191" y="233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406681" y="8193130"/>
            <a:ext cx="1533525" cy="816610"/>
            <a:chOff x="5406681" y="8193130"/>
            <a:chExt cx="1533525" cy="816610"/>
          </a:xfrm>
        </p:grpSpPr>
        <p:sp>
          <p:nvSpPr>
            <p:cNvPr id="36" name="object 36"/>
            <p:cNvSpPr/>
            <p:nvPr/>
          </p:nvSpPr>
          <p:spPr>
            <a:xfrm>
              <a:off x="5406669" y="8193138"/>
              <a:ext cx="1533525" cy="782955"/>
            </a:xfrm>
            <a:custGeom>
              <a:avLst/>
              <a:gdLst/>
              <a:ahLst/>
              <a:cxnLst/>
              <a:rect l="l" t="t" r="r" b="b"/>
              <a:pathLst>
                <a:path w="1533525" h="782954">
                  <a:moveTo>
                    <a:pt x="1533309" y="770585"/>
                  </a:moveTo>
                  <a:lnTo>
                    <a:pt x="1531645" y="719912"/>
                  </a:lnTo>
                  <a:lnTo>
                    <a:pt x="1526717" y="669607"/>
                  </a:lnTo>
                  <a:lnTo>
                    <a:pt x="1518539" y="619861"/>
                  </a:lnTo>
                  <a:lnTo>
                    <a:pt x="1509623" y="581406"/>
                  </a:lnTo>
                  <a:lnTo>
                    <a:pt x="1509623" y="758723"/>
                  </a:lnTo>
                  <a:lnTo>
                    <a:pt x="1357071" y="758723"/>
                  </a:lnTo>
                  <a:lnTo>
                    <a:pt x="1353985" y="708799"/>
                  </a:lnTo>
                  <a:lnTo>
                    <a:pt x="1346784" y="659485"/>
                  </a:lnTo>
                  <a:lnTo>
                    <a:pt x="1335519" y="611047"/>
                  </a:lnTo>
                  <a:lnTo>
                    <a:pt x="1320279" y="563753"/>
                  </a:lnTo>
                  <a:lnTo>
                    <a:pt x="1301127" y="517906"/>
                  </a:lnTo>
                  <a:lnTo>
                    <a:pt x="1283614" y="484301"/>
                  </a:lnTo>
                  <a:lnTo>
                    <a:pt x="1415834" y="407543"/>
                  </a:lnTo>
                  <a:lnTo>
                    <a:pt x="1452143" y="481952"/>
                  </a:lnTo>
                  <a:lnTo>
                    <a:pt x="1468920" y="526135"/>
                  </a:lnTo>
                  <a:lnTo>
                    <a:pt x="1482864" y="571309"/>
                  </a:lnTo>
                  <a:lnTo>
                    <a:pt x="1493951" y="617296"/>
                  </a:lnTo>
                  <a:lnTo>
                    <a:pt x="1502130" y="663968"/>
                  </a:lnTo>
                  <a:lnTo>
                    <a:pt x="1507375" y="711161"/>
                  </a:lnTo>
                  <a:lnTo>
                    <a:pt x="1509623" y="758723"/>
                  </a:lnTo>
                  <a:lnTo>
                    <a:pt x="1509623" y="581406"/>
                  </a:lnTo>
                  <a:lnTo>
                    <a:pt x="1492669" y="522681"/>
                  </a:lnTo>
                  <a:lnTo>
                    <a:pt x="1475054" y="475576"/>
                  </a:lnTo>
                  <a:lnTo>
                    <a:pt x="1454378" y="429704"/>
                  </a:lnTo>
                  <a:lnTo>
                    <a:pt x="1432293" y="388226"/>
                  </a:lnTo>
                  <a:lnTo>
                    <a:pt x="1432255" y="387934"/>
                  </a:lnTo>
                  <a:lnTo>
                    <a:pt x="1431417" y="386588"/>
                  </a:lnTo>
                  <a:lnTo>
                    <a:pt x="1430693" y="385216"/>
                  </a:lnTo>
                  <a:lnTo>
                    <a:pt x="1427441" y="379564"/>
                  </a:lnTo>
                  <a:lnTo>
                    <a:pt x="1427010" y="379463"/>
                  </a:lnTo>
                  <a:lnTo>
                    <a:pt x="1404277" y="342620"/>
                  </a:lnTo>
                  <a:lnTo>
                    <a:pt x="1404277" y="386880"/>
                  </a:lnTo>
                  <a:lnTo>
                    <a:pt x="1272146" y="463562"/>
                  </a:lnTo>
                  <a:lnTo>
                    <a:pt x="1244676" y="422008"/>
                  </a:lnTo>
                  <a:lnTo>
                    <a:pt x="1213904" y="382993"/>
                  </a:lnTo>
                  <a:lnTo>
                    <a:pt x="1180058" y="346735"/>
                  </a:lnTo>
                  <a:lnTo>
                    <a:pt x="1143317" y="313423"/>
                  </a:lnTo>
                  <a:lnTo>
                    <a:pt x="1103896" y="283273"/>
                  </a:lnTo>
                  <a:lnTo>
                    <a:pt x="1071918" y="262839"/>
                  </a:lnTo>
                  <a:lnTo>
                    <a:pt x="1148270" y="129921"/>
                  </a:lnTo>
                  <a:lnTo>
                    <a:pt x="1216799" y="176301"/>
                  </a:lnTo>
                  <a:lnTo>
                    <a:pt x="1253350" y="206197"/>
                  </a:lnTo>
                  <a:lnTo>
                    <a:pt x="1287907" y="238315"/>
                  </a:lnTo>
                  <a:lnTo>
                    <a:pt x="1320393" y="272554"/>
                  </a:lnTo>
                  <a:lnTo>
                    <a:pt x="1350695" y="308800"/>
                  </a:lnTo>
                  <a:lnTo>
                    <a:pt x="1378686" y="346938"/>
                  </a:lnTo>
                  <a:lnTo>
                    <a:pt x="1404277" y="386880"/>
                  </a:lnTo>
                  <a:lnTo>
                    <a:pt x="1404277" y="342620"/>
                  </a:lnTo>
                  <a:lnTo>
                    <a:pt x="1374800" y="301332"/>
                  </a:lnTo>
                  <a:lnTo>
                    <a:pt x="1342986" y="262420"/>
                  </a:lnTo>
                  <a:lnTo>
                    <a:pt x="1308747" y="225704"/>
                  </a:lnTo>
                  <a:lnTo>
                    <a:pt x="1272209" y="191287"/>
                  </a:lnTo>
                  <a:lnTo>
                    <a:pt x="1233500" y="159308"/>
                  </a:lnTo>
                  <a:lnTo>
                    <a:pt x="1192745" y="129882"/>
                  </a:lnTo>
                  <a:lnTo>
                    <a:pt x="1155763" y="106718"/>
                  </a:lnTo>
                  <a:lnTo>
                    <a:pt x="1155687" y="106413"/>
                  </a:lnTo>
                  <a:lnTo>
                    <a:pt x="1150899" y="103670"/>
                  </a:lnTo>
                  <a:lnTo>
                    <a:pt x="1150061" y="103136"/>
                  </a:lnTo>
                  <a:lnTo>
                    <a:pt x="1144409" y="99834"/>
                  </a:lnTo>
                  <a:lnTo>
                    <a:pt x="1144282" y="99872"/>
                  </a:lnTo>
                  <a:lnTo>
                    <a:pt x="1138491" y="96532"/>
                  </a:lnTo>
                  <a:lnTo>
                    <a:pt x="1127988" y="90805"/>
                  </a:lnTo>
                  <a:lnTo>
                    <a:pt x="1127988" y="117805"/>
                  </a:lnTo>
                  <a:lnTo>
                    <a:pt x="1051725" y="250609"/>
                  </a:lnTo>
                  <a:lnTo>
                    <a:pt x="1045298" y="247103"/>
                  </a:lnTo>
                  <a:lnTo>
                    <a:pt x="1025804" y="237058"/>
                  </a:lnTo>
                  <a:lnTo>
                    <a:pt x="976439" y="215506"/>
                  </a:lnTo>
                  <a:lnTo>
                    <a:pt x="925728" y="198704"/>
                  </a:lnTo>
                  <a:lnTo>
                    <a:pt x="873798" y="186677"/>
                  </a:lnTo>
                  <a:lnTo>
                    <a:pt x="820737" y="179438"/>
                  </a:lnTo>
                  <a:lnTo>
                    <a:pt x="778459" y="177546"/>
                  </a:lnTo>
                  <a:lnTo>
                    <a:pt x="778459" y="24091"/>
                  </a:lnTo>
                  <a:lnTo>
                    <a:pt x="863485" y="29921"/>
                  </a:lnTo>
                  <a:lnTo>
                    <a:pt x="910907" y="37655"/>
                  </a:lnTo>
                  <a:lnTo>
                    <a:pt x="957580" y="48475"/>
                  </a:lnTo>
                  <a:lnTo>
                    <a:pt x="1003477" y="62344"/>
                  </a:lnTo>
                  <a:lnTo>
                    <a:pt x="1048537" y="79286"/>
                  </a:lnTo>
                  <a:lnTo>
                    <a:pt x="1092695" y="99250"/>
                  </a:lnTo>
                  <a:lnTo>
                    <a:pt x="1127988" y="117805"/>
                  </a:lnTo>
                  <a:lnTo>
                    <a:pt x="1127988" y="90805"/>
                  </a:lnTo>
                  <a:lnTo>
                    <a:pt x="1057503" y="57353"/>
                  </a:lnTo>
                  <a:lnTo>
                    <a:pt x="1011008" y="39878"/>
                  </a:lnTo>
                  <a:lnTo>
                    <a:pt x="963637" y="25565"/>
                  </a:lnTo>
                  <a:lnTo>
                    <a:pt x="915466" y="14401"/>
                  </a:lnTo>
                  <a:lnTo>
                    <a:pt x="866546" y="6400"/>
                  </a:lnTo>
                  <a:lnTo>
                    <a:pt x="816927" y="1600"/>
                  </a:lnTo>
                  <a:lnTo>
                    <a:pt x="773391" y="215"/>
                  </a:lnTo>
                  <a:lnTo>
                    <a:pt x="773188" y="0"/>
                  </a:lnTo>
                  <a:lnTo>
                    <a:pt x="766673" y="0"/>
                  </a:lnTo>
                  <a:lnTo>
                    <a:pt x="760158" y="0"/>
                  </a:lnTo>
                  <a:lnTo>
                    <a:pt x="759942" y="215"/>
                  </a:lnTo>
                  <a:lnTo>
                    <a:pt x="754875" y="381"/>
                  </a:lnTo>
                  <a:lnTo>
                    <a:pt x="754875" y="23799"/>
                  </a:lnTo>
                  <a:lnTo>
                    <a:pt x="754875" y="177139"/>
                  </a:lnTo>
                  <a:lnTo>
                    <a:pt x="703326" y="180352"/>
                  </a:lnTo>
                  <a:lnTo>
                    <a:pt x="652716" y="187972"/>
                  </a:lnTo>
                  <a:lnTo>
                    <a:pt x="603135" y="199974"/>
                  </a:lnTo>
                  <a:lnTo>
                    <a:pt x="554710" y="216344"/>
                  </a:lnTo>
                  <a:lnTo>
                    <a:pt x="507542" y="237058"/>
                  </a:lnTo>
                  <a:lnTo>
                    <a:pt x="481622" y="250647"/>
                  </a:lnTo>
                  <a:lnTo>
                    <a:pt x="461314" y="215290"/>
                  </a:lnTo>
                  <a:lnTo>
                    <a:pt x="461314" y="262420"/>
                  </a:lnTo>
                  <a:lnTo>
                    <a:pt x="421436" y="288950"/>
                  </a:lnTo>
                  <a:lnTo>
                    <a:pt x="384009" y="318465"/>
                  </a:lnTo>
                  <a:lnTo>
                    <a:pt x="349097" y="350862"/>
                  </a:lnTo>
                  <a:lnTo>
                    <a:pt x="316865" y="385965"/>
                  </a:lnTo>
                  <a:lnTo>
                    <a:pt x="287489" y="423595"/>
                  </a:lnTo>
                  <a:lnTo>
                    <a:pt x="261162" y="463562"/>
                  </a:lnTo>
                  <a:lnTo>
                    <a:pt x="249682" y="456907"/>
                  </a:lnTo>
                  <a:lnTo>
                    <a:pt x="249682" y="484289"/>
                  </a:lnTo>
                  <a:lnTo>
                    <a:pt x="232181" y="517906"/>
                  </a:lnTo>
                  <a:lnTo>
                    <a:pt x="213042" y="563753"/>
                  </a:lnTo>
                  <a:lnTo>
                    <a:pt x="197802" y="611047"/>
                  </a:lnTo>
                  <a:lnTo>
                    <a:pt x="186537" y="659485"/>
                  </a:lnTo>
                  <a:lnTo>
                    <a:pt x="179324" y="708799"/>
                  </a:lnTo>
                  <a:lnTo>
                    <a:pt x="176237" y="758723"/>
                  </a:lnTo>
                  <a:lnTo>
                    <a:pt x="23685" y="758723"/>
                  </a:lnTo>
                  <a:lnTo>
                    <a:pt x="25946" y="711161"/>
                  </a:lnTo>
                  <a:lnTo>
                    <a:pt x="31191" y="663968"/>
                  </a:lnTo>
                  <a:lnTo>
                    <a:pt x="39382" y="617296"/>
                  </a:lnTo>
                  <a:lnTo>
                    <a:pt x="50469" y="571309"/>
                  </a:lnTo>
                  <a:lnTo>
                    <a:pt x="64414" y="526135"/>
                  </a:lnTo>
                  <a:lnTo>
                    <a:pt x="81191" y="481952"/>
                  </a:lnTo>
                  <a:lnTo>
                    <a:pt x="100749" y="438886"/>
                  </a:lnTo>
                  <a:lnTo>
                    <a:pt x="117462" y="407543"/>
                  </a:lnTo>
                  <a:lnTo>
                    <a:pt x="249682" y="484289"/>
                  </a:lnTo>
                  <a:lnTo>
                    <a:pt x="249682" y="456907"/>
                  </a:lnTo>
                  <a:lnTo>
                    <a:pt x="129032" y="386880"/>
                  </a:lnTo>
                  <a:lnTo>
                    <a:pt x="157518" y="342773"/>
                  </a:lnTo>
                  <a:lnTo>
                    <a:pt x="188937" y="300863"/>
                  </a:lnTo>
                  <a:lnTo>
                    <a:pt x="223151" y="261315"/>
                  </a:lnTo>
                  <a:lnTo>
                    <a:pt x="259994" y="224269"/>
                  </a:lnTo>
                  <a:lnTo>
                    <a:pt x="299326" y="189890"/>
                  </a:lnTo>
                  <a:lnTo>
                    <a:pt x="341020" y="158318"/>
                  </a:lnTo>
                  <a:lnTo>
                    <a:pt x="384898" y="129692"/>
                  </a:lnTo>
                  <a:lnTo>
                    <a:pt x="385013" y="129882"/>
                  </a:lnTo>
                  <a:lnTo>
                    <a:pt x="461149" y="262420"/>
                  </a:lnTo>
                  <a:lnTo>
                    <a:pt x="461314" y="262420"/>
                  </a:lnTo>
                  <a:lnTo>
                    <a:pt x="461314" y="215290"/>
                  </a:lnTo>
                  <a:lnTo>
                    <a:pt x="412165" y="129692"/>
                  </a:lnTo>
                  <a:lnTo>
                    <a:pt x="405333" y="117817"/>
                  </a:lnTo>
                  <a:lnTo>
                    <a:pt x="406298" y="117271"/>
                  </a:lnTo>
                  <a:lnTo>
                    <a:pt x="440613" y="99250"/>
                  </a:lnTo>
                  <a:lnTo>
                    <a:pt x="490435" y="76974"/>
                  </a:lnTo>
                  <a:lnTo>
                    <a:pt x="541375" y="58547"/>
                  </a:lnTo>
                  <a:lnTo>
                    <a:pt x="593369" y="44005"/>
                  </a:lnTo>
                  <a:lnTo>
                    <a:pt x="646328" y="33362"/>
                  </a:lnTo>
                  <a:lnTo>
                    <a:pt x="700189" y="26619"/>
                  </a:lnTo>
                  <a:lnTo>
                    <a:pt x="754875" y="23799"/>
                  </a:lnTo>
                  <a:lnTo>
                    <a:pt x="754875" y="381"/>
                  </a:lnTo>
                  <a:lnTo>
                    <a:pt x="716407" y="1600"/>
                  </a:lnTo>
                  <a:lnTo>
                    <a:pt x="666775" y="6413"/>
                  </a:lnTo>
                  <a:lnTo>
                    <a:pt x="617855" y="14401"/>
                  </a:lnTo>
                  <a:lnTo>
                    <a:pt x="569696" y="25565"/>
                  </a:lnTo>
                  <a:lnTo>
                    <a:pt x="522338" y="39878"/>
                  </a:lnTo>
                  <a:lnTo>
                    <a:pt x="475843" y="57353"/>
                  </a:lnTo>
                  <a:lnTo>
                    <a:pt x="430263" y="77952"/>
                  </a:lnTo>
                  <a:lnTo>
                    <a:pt x="394855" y="96532"/>
                  </a:lnTo>
                  <a:lnTo>
                    <a:pt x="386105" y="101549"/>
                  </a:lnTo>
                  <a:lnTo>
                    <a:pt x="385978" y="101561"/>
                  </a:lnTo>
                  <a:lnTo>
                    <a:pt x="383273" y="103136"/>
                  </a:lnTo>
                  <a:lnTo>
                    <a:pt x="382587" y="103568"/>
                  </a:lnTo>
                  <a:lnTo>
                    <a:pt x="377621" y="106413"/>
                  </a:lnTo>
                  <a:lnTo>
                    <a:pt x="377532" y="106743"/>
                  </a:lnTo>
                  <a:lnTo>
                    <a:pt x="340588" y="129882"/>
                  </a:lnTo>
                  <a:lnTo>
                    <a:pt x="299821" y="159308"/>
                  </a:lnTo>
                  <a:lnTo>
                    <a:pt x="261099" y="191287"/>
                  </a:lnTo>
                  <a:lnTo>
                    <a:pt x="224561" y="225704"/>
                  </a:lnTo>
                  <a:lnTo>
                    <a:pt x="190322" y="262420"/>
                  </a:lnTo>
                  <a:lnTo>
                    <a:pt x="158508" y="301332"/>
                  </a:lnTo>
                  <a:lnTo>
                    <a:pt x="129235" y="342303"/>
                  </a:lnTo>
                  <a:lnTo>
                    <a:pt x="106159" y="379488"/>
                  </a:lnTo>
                  <a:lnTo>
                    <a:pt x="105879" y="379564"/>
                  </a:lnTo>
                  <a:lnTo>
                    <a:pt x="102616" y="385216"/>
                  </a:lnTo>
                  <a:lnTo>
                    <a:pt x="101053" y="387934"/>
                  </a:lnTo>
                  <a:lnTo>
                    <a:pt x="101003" y="388226"/>
                  </a:lnTo>
                  <a:lnTo>
                    <a:pt x="78943" y="429704"/>
                  </a:lnTo>
                  <a:lnTo>
                    <a:pt x="58280" y="475576"/>
                  </a:lnTo>
                  <a:lnTo>
                    <a:pt x="40665" y="522681"/>
                  </a:lnTo>
                  <a:lnTo>
                    <a:pt x="26149" y="570826"/>
                  </a:lnTo>
                  <a:lnTo>
                    <a:pt x="14782" y="619861"/>
                  </a:lnTo>
                  <a:lnTo>
                    <a:pt x="6604" y="669607"/>
                  </a:lnTo>
                  <a:lnTo>
                    <a:pt x="1663" y="719912"/>
                  </a:lnTo>
                  <a:lnTo>
                    <a:pt x="0" y="770585"/>
                  </a:lnTo>
                  <a:lnTo>
                    <a:pt x="0" y="777125"/>
                  </a:lnTo>
                  <a:lnTo>
                    <a:pt x="5295" y="782434"/>
                  </a:lnTo>
                  <a:lnTo>
                    <a:pt x="187909" y="782434"/>
                  </a:lnTo>
                  <a:lnTo>
                    <a:pt x="194424" y="782434"/>
                  </a:lnTo>
                  <a:lnTo>
                    <a:pt x="199707" y="777125"/>
                  </a:lnTo>
                  <a:lnTo>
                    <a:pt x="199707" y="770585"/>
                  </a:lnTo>
                  <a:lnTo>
                    <a:pt x="201879" y="720674"/>
                  </a:lnTo>
                  <a:lnTo>
                    <a:pt x="208343" y="671322"/>
                  </a:lnTo>
                  <a:lnTo>
                    <a:pt x="219036" y="622858"/>
                  </a:lnTo>
                  <a:lnTo>
                    <a:pt x="233857" y="575538"/>
                  </a:lnTo>
                  <a:lnTo>
                    <a:pt x="252742" y="529704"/>
                  </a:lnTo>
                  <a:lnTo>
                    <a:pt x="275590" y="485609"/>
                  </a:lnTo>
                  <a:lnTo>
                    <a:pt x="289598" y="463562"/>
                  </a:lnTo>
                  <a:lnTo>
                    <a:pt x="302272" y="443611"/>
                  </a:lnTo>
                  <a:lnTo>
                    <a:pt x="332409" y="404215"/>
                  </a:lnTo>
                  <a:lnTo>
                    <a:pt x="365772" y="367639"/>
                  </a:lnTo>
                  <a:lnTo>
                    <a:pt x="402170" y="334098"/>
                  </a:lnTo>
                  <a:lnTo>
                    <a:pt x="441363" y="303809"/>
                  </a:lnTo>
                  <a:lnTo>
                    <a:pt x="482815" y="277202"/>
                  </a:lnTo>
                  <a:lnTo>
                    <a:pt x="517893" y="258356"/>
                  </a:lnTo>
                  <a:lnTo>
                    <a:pt x="565264" y="237680"/>
                  </a:lnTo>
                  <a:lnTo>
                    <a:pt x="613930" y="221551"/>
                  </a:lnTo>
                  <a:lnTo>
                    <a:pt x="663803" y="209994"/>
                  </a:lnTo>
                  <a:lnTo>
                    <a:pt x="714743" y="203047"/>
                  </a:lnTo>
                  <a:lnTo>
                    <a:pt x="766673" y="200723"/>
                  </a:lnTo>
                  <a:lnTo>
                    <a:pt x="818578" y="203047"/>
                  </a:lnTo>
                  <a:lnTo>
                    <a:pt x="869518" y="209994"/>
                  </a:lnTo>
                  <a:lnTo>
                    <a:pt x="919378" y="221551"/>
                  </a:lnTo>
                  <a:lnTo>
                    <a:pt x="968057" y="237680"/>
                  </a:lnTo>
                  <a:lnTo>
                    <a:pt x="1015415" y="258356"/>
                  </a:lnTo>
                  <a:lnTo>
                    <a:pt x="1050709" y="277317"/>
                  </a:lnTo>
                  <a:lnTo>
                    <a:pt x="1091958" y="303809"/>
                  </a:lnTo>
                  <a:lnTo>
                    <a:pt x="1131150" y="334098"/>
                  </a:lnTo>
                  <a:lnTo>
                    <a:pt x="1167549" y="367639"/>
                  </a:lnTo>
                  <a:lnTo>
                    <a:pt x="1200912" y="404215"/>
                  </a:lnTo>
                  <a:lnTo>
                    <a:pt x="1231049" y="443611"/>
                  </a:lnTo>
                  <a:lnTo>
                    <a:pt x="1257744" y="485609"/>
                  </a:lnTo>
                  <a:lnTo>
                    <a:pt x="1280604" y="529704"/>
                  </a:lnTo>
                  <a:lnTo>
                    <a:pt x="1299476" y="575538"/>
                  </a:lnTo>
                  <a:lnTo>
                    <a:pt x="1314284" y="622858"/>
                  </a:lnTo>
                  <a:lnTo>
                    <a:pt x="1324965" y="671322"/>
                  </a:lnTo>
                  <a:lnTo>
                    <a:pt x="1331429" y="720674"/>
                  </a:lnTo>
                  <a:lnTo>
                    <a:pt x="1333614" y="770585"/>
                  </a:lnTo>
                  <a:lnTo>
                    <a:pt x="1333614" y="777125"/>
                  </a:lnTo>
                  <a:lnTo>
                    <a:pt x="1338897" y="782434"/>
                  </a:lnTo>
                  <a:lnTo>
                    <a:pt x="1521510" y="782434"/>
                  </a:lnTo>
                  <a:lnTo>
                    <a:pt x="1528025" y="782434"/>
                  </a:lnTo>
                  <a:lnTo>
                    <a:pt x="1533309" y="777125"/>
                  </a:lnTo>
                  <a:lnTo>
                    <a:pt x="1533309" y="770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28171" y="8791670"/>
              <a:ext cx="342265" cy="217804"/>
            </a:xfrm>
            <a:custGeom>
              <a:avLst/>
              <a:gdLst/>
              <a:ahLst/>
              <a:cxnLst/>
              <a:rect l="l" t="t" r="r" b="b"/>
              <a:pathLst>
                <a:path w="342264" h="217804">
                  <a:moveTo>
                    <a:pt x="50971" y="217699"/>
                  </a:moveTo>
                  <a:lnTo>
                    <a:pt x="33503" y="216470"/>
                  </a:lnTo>
                  <a:lnTo>
                    <a:pt x="17761" y="208758"/>
                  </a:lnTo>
                  <a:lnTo>
                    <a:pt x="5768" y="195107"/>
                  </a:lnTo>
                  <a:lnTo>
                    <a:pt x="0" y="177838"/>
                  </a:lnTo>
                  <a:lnTo>
                    <a:pt x="1223" y="160268"/>
                  </a:lnTo>
                  <a:lnTo>
                    <a:pt x="8895" y="144435"/>
                  </a:lnTo>
                  <a:lnTo>
                    <a:pt x="22476" y="132376"/>
                  </a:lnTo>
                  <a:lnTo>
                    <a:pt x="29540" y="128300"/>
                  </a:lnTo>
                  <a:lnTo>
                    <a:pt x="37402" y="126232"/>
                  </a:lnTo>
                  <a:lnTo>
                    <a:pt x="52237" y="126232"/>
                  </a:lnTo>
                  <a:lnTo>
                    <a:pt x="59209" y="127837"/>
                  </a:lnTo>
                  <a:lnTo>
                    <a:pt x="68945" y="132685"/>
                  </a:lnTo>
                  <a:lnTo>
                    <a:pt x="72785" y="132685"/>
                  </a:lnTo>
                  <a:lnTo>
                    <a:pt x="341955" y="0"/>
                  </a:lnTo>
                  <a:lnTo>
                    <a:pt x="93056" y="167971"/>
                  </a:lnTo>
                  <a:lnTo>
                    <a:pt x="91122" y="171305"/>
                  </a:lnTo>
                  <a:lnTo>
                    <a:pt x="68147" y="211901"/>
                  </a:lnTo>
                  <a:lnTo>
                    <a:pt x="50971" y="217699"/>
                  </a:lnTo>
                  <a:close/>
                </a:path>
              </a:pathLst>
            </a:custGeom>
            <a:solidFill>
              <a:srgbClr val="B3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30360" y="8600521"/>
              <a:ext cx="226060" cy="351790"/>
            </a:xfrm>
            <a:custGeom>
              <a:avLst/>
              <a:gdLst/>
              <a:ahLst/>
              <a:cxnLst/>
              <a:rect l="l" t="t" r="r" b="b"/>
              <a:pathLst>
                <a:path w="226060" h="351790">
                  <a:moveTo>
                    <a:pt x="152554" y="351339"/>
                  </a:moveTo>
                  <a:lnTo>
                    <a:pt x="0" y="351339"/>
                  </a:lnTo>
                  <a:lnTo>
                    <a:pt x="2684" y="298687"/>
                  </a:lnTo>
                  <a:lnTo>
                    <a:pt x="9018" y="246515"/>
                  </a:lnTo>
                  <a:lnTo>
                    <a:pt x="18948" y="195028"/>
                  </a:lnTo>
                  <a:lnTo>
                    <a:pt x="32419" y="144429"/>
                  </a:lnTo>
                  <a:lnTo>
                    <a:pt x="49379" y="94922"/>
                  </a:lnTo>
                  <a:lnTo>
                    <a:pt x="69772" y="46711"/>
                  </a:lnTo>
                  <a:lnTo>
                    <a:pt x="93546" y="0"/>
                  </a:lnTo>
                  <a:lnTo>
                    <a:pt x="225672" y="76701"/>
                  </a:lnTo>
                  <a:lnTo>
                    <a:pt x="204397" y="119480"/>
                  </a:lnTo>
                  <a:lnTo>
                    <a:pt x="186672" y="163782"/>
                  </a:lnTo>
                  <a:lnTo>
                    <a:pt x="172560" y="209362"/>
                  </a:lnTo>
                  <a:lnTo>
                    <a:pt x="162128" y="255978"/>
                  </a:lnTo>
                  <a:lnTo>
                    <a:pt x="155437" y="303384"/>
                  </a:lnTo>
                  <a:lnTo>
                    <a:pt x="152554" y="351339"/>
                  </a:lnTo>
                  <a:close/>
                </a:path>
              </a:pathLst>
            </a:custGeom>
            <a:solidFill>
              <a:srgbClr val="C4E1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35709" y="8322821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39" h="334009">
                  <a:moveTo>
                    <a:pt x="132128" y="333876"/>
                  </a:moveTo>
                  <a:lnTo>
                    <a:pt x="0" y="257191"/>
                  </a:lnTo>
                  <a:lnTo>
                    <a:pt x="28485" y="213077"/>
                  </a:lnTo>
                  <a:lnTo>
                    <a:pt x="59905" y="171172"/>
                  </a:lnTo>
                  <a:lnTo>
                    <a:pt x="94111" y="131625"/>
                  </a:lnTo>
                  <a:lnTo>
                    <a:pt x="130958" y="94585"/>
                  </a:lnTo>
                  <a:lnTo>
                    <a:pt x="170298" y="60201"/>
                  </a:lnTo>
                  <a:lnTo>
                    <a:pt x="211985" y="28623"/>
                  </a:lnTo>
                  <a:lnTo>
                    <a:pt x="255871" y="0"/>
                  </a:lnTo>
                  <a:lnTo>
                    <a:pt x="332161" y="132810"/>
                  </a:lnTo>
                  <a:lnTo>
                    <a:pt x="292405" y="159266"/>
                  </a:lnTo>
                  <a:lnTo>
                    <a:pt x="254980" y="188780"/>
                  </a:lnTo>
                  <a:lnTo>
                    <a:pt x="220063" y="221175"/>
                  </a:lnTo>
                  <a:lnTo>
                    <a:pt x="187831" y="256275"/>
                  </a:lnTo>
                  <a:lnTo>
                    <a:pt x="158461" y="293901"/>
                  </a:lnTo>
                  <a:lnTo>
                    <a:pt x="132128" y="333876"/>
                  </a:lnTo>
                  <a:close/>
                </a:path>
              </a:pathLst>
            </a:custGeom>
            <a:solidFill>
              <a:srgbClr val="DBE7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2017" y="8216932"/>
              <a:ext cx="349885" cy="227329"/>
            </a:xfrm>
            <a:custGeom>
              <a:avLst/>
              <a:gdLst/>
              <a:ahLst/>
              <a:cxnLst/>
              <a:rect l="l" t="t" r="r" b="b"/>
              <a:pathLst>
                <a:path w="349885" h="227329">
                  <a:moveTo>
                    <a:pt x="76269" y="226824"/>
                  </a:moveTo>
                  <a:lnTo>
                    <a:pt x="0" y="94007"/>
                  </a:lnTo>
                  <a:lnTo>
                    <a:pt x="17550" y="84477"/>
                  </a:lnTo>
                  <a:lnTo>
                    <a:pt x="35276" y="75451"/>
                  </a:lnTo>
                  <a:lnTo>
                    <a:pt x="85095" y="53172"/>
                  </a:lnTo>
                  <a:lnTo>
                    <a:pt x="136038" y="34752"/>
                  </a:lnTo>
                  <a:lnTo>
                    <a:pt x="188029" y="20209"/>
                  </a:lnTo>
                  <a:lnTo>
                    <a:pt x="240992" y="9559"/>
                  </a:lnTo>
                  <a:lnTo>
                    <a:pt x="294853" y="2817"/>
                  </a:lnTo>
                  <a:lnTo>
                    <a:pt x="349536" y="0"/>
                  </a:lnTo>
                  <a:lnTo>
                    <a:pt x="349533" y="153340"/>
                  </a:lnTo>
                  <a:lnTo>
                    <a:pt x="297982" y="156551"/>
                  </a:lnTo>
                  <a:lnTo>
                    <a:pt x="247368" y="164171"/>
                  </a:lnTo>
                  <a:lnTo>
                    <a:pt x="197797" y="176178"/>
                  </a:lnTo>
                  <a:lnTo>
                    <a:pt x="149373" y="192548"/>
                  </a:lnTo>
                  <a:lnTo>
                    <a:pt x="102200" y="213261"/>
                  </a:lnTo>
                  <a:lnTo>
                    <a:pt x="95668" y="216521"/>
                  </a:lnTo>
                  <a:lnTo>
                    <a:pt x="76269" y="226824"/>
                  </a:lnTo>
                  <a:close/>
                </a:path>
              </a:pathLst>
            </a:custGeom>
            <a:solidFill>
              <a:srgbClr val="FFF1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85139" y="8216932"/>
              <a:ext cx="349885" cy="227329"/>
            </a:xfrm>
            <a:custGeom>
              <a:avLst/>
              <a:gdLst/>
              <a:ahLst/>
              <a:cxnLst/>
              <a:rect l="l" t="t" r="r" b="b"/>
              <a:pathLst>
                <a:path w="349884" h="227329">
                  <a:moveTo>
                    <a:pt x="273254" y="226814"/>
                  </a:moveTo>
                  <a:lnTo>
                    <a:pt x="200140" y="192548"/>
                  </a:lnTo>
                  <a:lnTo>
                    <a:pt x="151711" y="176176"/>
                  </a:lnTo>
                  <a:lnTo>
                    <a:pt x="102146" y="164167"/>
                  </a:lnTo>
                  <a:lnTo>
                    <a:pt x="51543" y="156544"/>
                  </a:lnTo>
                  <a:lnTo>
                    <a:pt x="1" y="153330"/>
                  </a:lnTo>
                  <a:lnTo>
                    <a:pt x="0" y="0"/>
                  </a:lnTo>
                  <a:lnTo>
                    <a:pt x="54675" y="2813"/>
                  </a:lnTo>
                  <a:lnTo>
                    <a:pt x="108530" y="9553"/>
                  </a:lnTo>
                  <a:lnTo>
                    <a:pt x="161488" y="20204"/>
                  </a:lnTo>
                  <a:lnTo>
                    <a:pt x="213474" y="34749"/>
                  </a:lnTo>
                  <a:lnTo>
                    <a:pt x="264411" y="53170"/>
                  </a:lnTo>
                  <a:lnTo>
                    <a:pt x="314226" y="75451"/>
                  </a:lnTo>
                  <a:lnTo>
                    <a:pt x="349516" y="94004"/>
                  </a:lnTo>
                  <a:lnTo>
                    <a:pt x="273254" y="226814"/>
                  </a:lnTo>
                  <a:close/>
                </a:path>
              </a:pathLst>
            </a:custGeom>
            <a:solidFill>
              <a:srgbClr val="F58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90626" y="8600532"/>
              <a:ext cx="226060" cy="351790"/>
            </a:xfrm>
            <a:custGeom>
              <a:avLst/>
              <a:gdLst/>
              <a:ahLst/>
              <a:cxnLst/>
              <a:rect l="l" t="t" r="r" b="b"/>
              <a:pathLst>
                <a:path w="226059" h="351790">
                  <a:moveTo>
                    <a:pt x="225671" y="351327"/>
                  </a:moveTo>
                  <a:lnTo>
                    <a:pt x="73118" y="351327"/>
                  </a:lnTo>
                  <a:lnTo>
                    <a:pt x="70235" y="303372"/>
                  </a:lnTo>
                  <a:lnTo>
                    <a:pt x="63544" y="255965"/>
                  </a:lnTo>
                  <a:lnTo>
                    <a:pt x="53112" y="209350"/>
                  </a:lnTo>
                  <a:lnTo>
                    <a:pt x="39001" y="163770"/>
                  </a:lnTo>
                  <a:lnTo>
                    <a:pt x="21275" y="119469"/>
                  </a:lnTo>
                  <a:lnTo>
                    <a:pt x="0" y="76690"/>
                  </a:lnTo>
                  <a:lnTo>
                    <a:pt x="132136" y="0"/>
                  </a:lnTo>
                  <a:lnTo>
                    <a:pt x="155919" y="46710"/>
                  </a:lnTo>
                  <a:lnTo>
                    <a:pt x="176318" y="94919"/>
                  </a:lnTo>
                  <a:lnTo>
                    <a:pt x="193279" y="144425"/>
                  </a:lnTo>
                  <a:lnTo>
                    <a:pt x="206749" y="195022"/>
                  </a:lnTo>
                  <a:lnTo>
                    <a:pt x="216673" y="246507"/>
                  </a:lnTo>
                  <a:lnTo>
                    <a:pt x="222999" y="298677"/>
                  </a:lnTo>
                  <a:lnTo>
                    <a:pt x="225671" y="351327"/>
                  </a:lnTo>
                  <a:close/>
                </a:path>
              </a:pathLst>
            </a:custGeom>
            <a:solidFill>
              <a:srgbClr val="E85D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78786" y="8322800"/>
              <a:ext cx="332740" cy="334010"/>
            </a:xfrm>
            <a:custGeom>
              <a:avLst/>
              <a:gdLst/>
              <a:ahLst/>
              <a:cxnLst/>
              <a:rect l="l" t="t" r="r" b="b"/>
              <a:pathLst>
                <a:path w="332740" h="334009">
                  <a:moveTo>
                    <a:pt x="200040" y="333897"/>
                  </a:moveTo>
                  <a:lnTo>
                    <a:pt x="173709" y="293926"/>
                  </a:lnTo>
                  <a:lnTo>
                    <a:pt x="144339" y="256302"/>
                  </a:lnTo>
                  <a:lnTo>
                    <a:pt x="112106" y="221203"/>
                  </a:lnTo>
                  <a:lnTo>
                    <a:pt x="77187" y="188808"/>
                  </a:lnTo>
                  <a:lnTo>
                    <a:pt x="39759" y="159293"/>
                  </a:lnTo>
                  <a:lnTo>
                    <a:pt x="0" y="132838"/>
                  </a:lnTo>
                  <a:lnTo>
                    <a:pt x="76308" y="0"/>
                  </a:lnTo>
                  <a:lnTo>
                    <a:pt x="120197" y="28632"/>
                  </a:lnTo>
                  <a:lnTo>
                    <a:pt x="161886" y="60216"/>
                  </a:lnTo>
                  <a:lnTo>
                    <a:pt x="201228" y="94603"/>
                  </a:lnTo>
                  <a:lnTo>
                    <a:pt x="238074" y="131644"/>
                  </a:lnTo>
                  <a:lnTo>
                    <a:pt x="272279" y="171191"/>
                  </a:lnTo>
                  <a:lnTo>
                    <a:pt x="303693" y="213097"/>
                  </a:lnTo>
                  <a:lnTo>
                    <a:pt x="332170" y="257212"/>
                  </a:lnTo>
                  <a:lnTo>
                    <a:pt x="200040" y="333897"/>
                  </a:lnTo>
                  <a:close/>
                </a:path>
              </a:pathLst>
            </a:custGeom>
            <a:solidFill>
              <a:srgbClr val="E4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867492" y="6844605"/>
            <a:ext cx="3657599" cy="214312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257405" y="7577459"/>
            <a:ext cx="1085849" cy="676274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5161" y="0"/>
            <a:ext cx="3882837" cy="1838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581" y="0"/>
            <a:ext cx="15506699" cy="161924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36168" y="2539182"/>
            <a:ext cx="17969230" cy="1866900"/>
            <a:chOff x="136168" y="2539182"/>
            <a:chExt cx="17969230" cy="1866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168" y="2539182"/>
              <a:ext cx="4210049" cy="18668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232" y="2539182"/>
              <a:ext cx="4210049" cy="18668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6704" y="2539182"/>
              <a:ext cx="4210049" cy="18668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90474" y="2539182"/>
              <a:ext cx="4210049" cy="18668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94798" y="2539182"/>
              <a:ext cx="4210049" cy="1866899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4581" y="3099235"/>
            <a:ext cx="800099" cy="3047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61254" y="2798578"/>
            <a:ext cx="752474" cy="75247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99580" y="2956707"/>
            <a:ext cx="590549" cy="590549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0988084" y="2925771"/>
            <a:ext cx="673100" cy="673100"/>
            <a:chOff x="10988084" y="2925771"/>
            <a:chExt cx="673100" cy="673100"/>
          </a:xfrm>
        </p:grpSpPr>
        <p:sp>
          <p:nvSpPr>
            <p:cNvPr id="30" name="object 30"/>
            <p:cNvSpPr/>
            <p:nvPr/>
          </p:nvSpPr>
          <p:spPr>
            <a:xfrm>
              <a:off x="10988084" y="2925771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279225" y="533229"/>
                  </a:moveTo>
                  <a:lnTo>
                    <a:pt x="235616" y="531802"/>
                  </a:lnTo>
                  <a:lnTo>
                    <a:pt x="192670" y="523306"/>
                  </a:lnTo>
                  <a:lnTo>
                    <a:pt x="151232" y="507683"/>
                  </a:lnTo>
                  <a:lnTo>
                    <a:pt x="112534" y="485101"/>
                  </a:lnTo>
                  <a:lnTo>
                    <a:pt x="77228" y="455391"/>
                  </a:lnTo>
                  <a:lnTo>
                    <a:pt x="46337" y="418396"/>
                  </a:lnTo>
                  <a:lnTo>
                    <a:pt x="23168" y="377633"/>
                  </a:lnTo>
                  <a:lnTo>
                    <a:pt x="7722" y="334180"/>
                  </a:lnTo>
                  <a:lnTo>
                    <a:pt x="0" y="289112"/>
                  </a:lnTo>
                  <a:lnTo>
                    <a:pt x="0" y="243506"/>
                  </a:lnTo>
                  <a:lnTo>
                    <a:pt x="7722" y="198439"/>
                  </a:lnTo>
                  <a:lnTo>
                    <a:pt x="23168" y="154985"/>
                  </a:lnTo>
                  <a:lnTo>
                    <a:pt x="46337" y="114223"/>
                  </a:lnTo>
                  <a:lnTo>
                    <a:pt x="77228" y="77228"/>
                  </a:lnTo>
                  <a:lnTo>
                    <a:pt x="114223" y="46337"/>
                  </a:lnTo>
                  <a:lnTo>
                    <a:pt x="154985" y="23168"/>
                  </a:lnTo>
                  <a:lnTo>
                    <a:pt x="198439" y="7722"/>
                  </a:lnTo>
                  <a:lnTo>
                    <a:pt x="243506" y="0"/>
                  </a:lnTo>
                  <a:lnTo>
                    <a:pt x="289112" y="0"/>
                  </a:lnTo>
                  <a:lnTo>
                    <a:pt x="334180" y="7722"/>
                  </a:lnTo>
                  <a:lnTo>
                    <a:pt x="377633" y="23168"/>
                  </a:lnTo>
                  <a:lnTo>
                    <a:pt x="408530" y="40729"/>
                  </a:lnTo>
                  <a:lnTo>
                    <a:pt x="266300" y="40729"/>
                  </a:lnTo>
                  <a:lnTo>
                    <a:pt x="223171" y="44854"/>
                  </a:lnTo>
                  <a:lnTo>
                    <a:pt x="181336" y="57227"/>
                  </a:lnTo>
                  <a:lnTo>
                    <a:pt x="142088" y="77849"/>
                  </a:lnTo>
                  <a:lnTo>
                    <a:pt x="106721" y="106721"/>
                  </a:lnTo>
                  <a:lnTo>
                    <a:pt x="77849" y="142088"/>
                  </a:lnTo>
                  <a:lnTo>
                    <a:pt x="57227" y="181336"/>
                  </a:lnTo>
                  <a:lnTo>
                    <a:pt x="44854" y="223171"/>
                  </a:lnTo>
                  <a:lnTo>
                    <a:pt x="40729" y="266300"/>
                  </a:lnTo>
                  <a:lnTo>
                    <a:pt x="44854" y="309429"/>
                  </a:lnTo>
                  <a:lnTo>
                    <a:pt x="57227" y="351265"/>
                  </a:lnTo>
                  <a:lnTo>
                    <a:pt x="77849" y="390513"/>
                  </a:lnTo>
                  <a:lnTo>
                    <a:pt x="106721" y="425880"/>
                  </a:lnTo>
                  <a:lnTo>
                    <a:pt x="142088" y="454751"/>
                  </a:lnTo>
                  <a:lnTo>
                    <a:pt x="181336" y="475374"/>
                  </a:lnTo>
                  <a:lnTo>
                    <a:pt x="223171" y="487747"/>
                  </a:lnTo>
                  <a:lnTo>
                    <a:pt x="266300" y="491871"/>
                  </a:lnTo>
                  <a:lnTo>
                    <a:pt x="409046" y="491871"/>
                  </a:lnTo>
                  <a:lnTo>
                    <a:pt x="404605" y="495107"/>
                  </a:lnTo>
                  <a:lnTo>
                    <a:pt x="364662" y="514880"/>
                  </a:lnTo>
                  <a:lnTo>
                    <a:pt x="322554" y="527588"/>
                  </a:lnTo>
                  <a:lnTo>
                    <a:pt x="279225" y="533229"/>
                  </a:lnTo>
                  <a:close/>
                </a:path>
                <a:path w="673100" h="673100">
                  <a:moveTo>
                    <a:pt x="409046" y="491871"/>
                  </a:moveTo>
                  <a:lnTo>
                    <a:pt x="266300" y="491871"/>
                  </a:lnTo>
                  <a:lnTo>
                    <a:pt x="309429" y="487747"/>
                  </a:lnTo>
                  <a:lnTo>
                    <a:pt x="351265" y="475374"/>
                  </a:lnTo>
                  <a:lnTo>
                    <a:pt x="390513" y="454751"/>
                  </a:lnTo>
                  <a:lnTo>
                    <a:pt x="425880" y="425880"/>
                  </a:lnTo>
                  <a:lnTo>
                    <a:pt x="454751" y="390513"/>
                  </a:lnTo>
                  <a:lnTo>
                    <a:pt x="475374" y="351265"/>
                  </a:lnTo>
                  <a:lnTo>
                    <a:pt x="487747" y="309429"/>
                  </a:lnTo>
                  <a:lnTo>
                    <a:pt x="491871" y="266300"/>
                  </a:lnTo>
                  <a:lnTo>
                    <a:pt x="487747" y="223171"/>
                  </a:lnTo>
                  <a:lnTo>
                    <a:pt x="475374" y="181336"/>
                  </a:lnTo>
                  <a:lnTo>
                    <a:pt x="454751" y="142088"/>
                  </a:lnTo>
                  <a:lnTo>
                    <a:pt x="425880" y="106721"/>
                  </a:lnTo>
                  <a:lnTo>
                    <a:pt x="390513" y="77849"/>
                  </a:lnTo>
                  <a:lnTo>
                    <a:pt x="351265" y="57227"/>
                  </a:lnTo>
                  <a:lnTo>
                    <a:pt x="309429" y="44854"/>
                  </a:lnTo>
                  <a:lnTo>
                    <a:pt x="266300" y="40729"/>
                  </a:lnTo>
                  <a:lnTo>
                    <a:pt x="408530" y="40729"/>
                  </a:lnTo>
                  <a:lnTo>
                    <a:pt x="455391" y="77228"/>
                  </a:lnTo>
                  <a:lnTo>
                    <a:pt x="485101" y="112533"/>
                  </a:lnTo>
                  <a:lnTo>
                    <a:pt x="507739" y="151326"/>
                  </a:lnTo>
                  <a:lnTo>
                    <a:pt x="523306" y="192666"/>
                  </a:lnTo>
                  <a:lnTo>
                    <a:pt x="531802" y="235610"/>
                  </a:lnTo>
                  <a:lnTo>
                    <a:pt x="533229" y="279218"/>
                  </a:lnTo>
                  <a:lnTo>
                    <a:pt x="527588" y="322546"/>
                  </a:lnTo>
                  <a:lnTo>
                    <a:pt x="514880" y="364654"/>
                  </a:lnTo>
                  <a:lnTo>
                    <a:pt x="495107" y="404600"/>
                  </a:lnTo>
                  <a:lnTo>
                    <a:pt x="468269" y="441443"/>
                  </a:lnTo>
                  <a:lnTo>
                    <a:pt x="495095" y="468269"/>
                  </a:lnTo>
                  <a:lnTo>
                    <a:pt x="441443" y="468269"/>
                  </a:lnTo>
                  <a:lnTo>
                    <a:pt x="409046" y="491871"/>
                  </a:lnTo>
                  <a:close/>
                </a:path>
                <a:path w="673100" h="673100">
                  <a:moveTo>
                    <a:pt x="621664" y="672877"/>
                  </a:moveTo>
                  <a:lnTo>
                    <a:pt x="585460" y="657886"/>
                  </a:lnTo>
                  <a:lnTo>
                    <a:pt x="507683" y="580109"/>
                  </a:lnTo>
                  <a:lnTo>
                    <a:pt x="493035" y="538250"/>
                  </a:lnTo>
                  <a:lnTo>
                    <a:pt x="496873" y="523699"/>
                  </a:lnTo>
                  <a:lnTo>
                    <a:pt x="441443" y="468269"/>
                  </a:lnTo>
                  <a:lnTo>
                    <a:pt x="495095" y="468269"/>
                  </a:lnTo>
                  <a:lnTo>
                    <a:pt x="523699" y="496873"/>
                  </a:lnTo>
                  <a:lnTo>
                    <a:pt x="562921" y="496873"/>
                  </a:lnTo>
                  <a:lnTo>
                    <a:pt x="657886" y="585460"/>
                  </a:lnTo>
                  <a:lnTo>
                    <a:pt x="672875" y="621673"/>
                  </a:lnTo>
                  <a:lnTo>
                    <a:pt x="669121" y="640942"/>
                  </a:lnTo>
                  <a:lnTo>
                    <a:pt x="657868" y="657886"/>
                  </a:lnTo>
                  <a:lnTo>
                    <a:pt x="640932" y="669129"/>
                  </a:lnTo>
                  <a:lnTo>
                    <a:pt x="621664" y="672877"/>
                  </a:lnTo>
                  <a:close/>
                </a:path>
                <a:path w="673100" h="673100">
                  <a:moveTo>
                    <a:pt x="562921" y="496873"/>
                  </a:moveTo>
                  <a:lnTo>
                    <a:pt x="523699" y="496873"/>
                  </a:lnTo>
                  <a:lnTo>
                    <a:pt x="538250" y="493035"/>
                  </a:lnTo>
                  <a:lnTo>
                    <a:pt x="553190" y="493551"/>
                  </a:lnTo>
                  <a:lnTo>
                    <a:pt x="562921" y="496873"/>
                  </a:lnTo>
                  <a:close/>
                </a:path>
              </a:pathLst>
            </a:custGeom>
            <a:solidFill>
              <a:srgbClr val="0C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18149" y="3006827"/>
              <a:ext cx="211001" cy="788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1075435" y="3105190"/>
              <a:ext cx="365125" cy="229870"/>
            </a:xfrm>
            <a:custGeom>
              <a:avLst/>
              <a:gdLst/>
              <a:ahLst/>
              <a:cxnLst/>
              <a:rect l="l" t="t" r="r" b="b"/>
              <a:pathLst>
                <a:path w="365125" h="229870">
                  <a:moveTo>
                    <a:pt x="182414" y="229774"/>
                  </a:moveTo>
                  <a:lnTo>
                    <a:pt x="126096" y="221241"/>
                  </a:lnTo>
                  <a:lnTo>
                    <a:pt x="87824" y="204345"/>
                  </a:lnTo>
                  <a:lnTo>
                    <a:pt x="56011" y="181893"/>
                  </a:lnTo>
                  <a:lnTo>
                    <a:pt x="26307" y="152764"/>
                  </a:lnTo>
                  <a:lnTo>
                    <a:pt x="1993" y="119186"/>
                  </a:lnTo>
                  <a:lnTo>
                    <a:pt x="0" y="115866"/>
                  </a:lnTo>
                  <a:lnTo>
                    <a:pt x="86" y="114887"/>
                  </a:lnTo>
                  <a:lnTo>
                    <a:pt x="197" y="113617"/>
                  </a:lnTo>
                  <a:lnTo>
                    <a:pt x="43415" y="58828"/>
                  </a:lnTo>
                  <a:lnTo>
                    <a:pt x="96674" y="20967"/>
                  </a:lnTo>
                  <a:lnTo>
                    <a:pt x="147592" y="3117"/>
                  </a:lnTo>
                  <a:lnTo>
                    <a:pt x="182432" y="0"/>
                  </a:lnTo>
                  <a:lnTo>
                    <a:pt x="200008" y="717"/>
                  </a:lnTo>
                  <a:lnTo>
                    <a:pt x="251121" y="13132"/>
                  </a:lnTo>
                  <a:lnTo>
                    <a:pt x="296420" y="38061"/>
                  </a:lnTo>
                  <a:lnTo>
                    <a:pt x="301355" y="42153"/>
                  </a:lnTo>
                  <a:lnTo>
                    <a:pt x="182450" y="42153"/>
                  </a:lnTo>
                  <a:lnTo>
                    <a:pt x="154166" y="47878"/>
                  </a:lnTo>
                  <a:lnTo>
                    <a:pt x="131044" y="63481"/>
                  </a:lnTo>
                  <a:lnTo>
                    <a:pt x="115441" y="86603"/>
                  </a:lnTo>
                  <a:lnTo>
                    <a:pt x="109716" y="114887"/>
                  </a:lnTo>
                  <a:lnTo>
                    <a:pt x="115439" y="143163"/>
                  </a:lnTo>
                  <a:lnTo>
                    <a:pt x="131039" y="166286"/>
                  </a:lnTo>
                  <a:lnTo>
                    <a:pt x="154163" y="181893"/>
                  </a:lnTo>
                  <a:lnTo>
                    <a:pt x="182450" y="187621"/>
                  </a:lnTo>
                  <a:lnTo>
                    <a:pt x="301689" y="187621"/>
                  </a:lnTo>
                  <a:lnTo>
                    <a:pt x="299387" y="189471"/>
                  </a:lnTo>
                  <a:lnTo>
                    <a:pt x="258299" y="213801"/>
                  </a:lnTo>
                  <a:lnTo>
                    <a:pt x="218364" y="226727"/>
                  </a:lnTo>
                  <a:lnTo>
                    <a:pt x="187278" y="229617"/>
                  </a:lnTo>
                  <a:lnTo>
                    <a:pt x="182414" y="229774"/>
                  </a:lnTo>
                  <a:close/>
                </a:path>
                <a:path w="365125" h="229870">
                  <a:moveTo>
                    <a:pt x="301689" y="187621"/>
                  </a:moveTo>
                  <a:lnTo>
                    <a:pt x="182450" y="187621"/>
                  </a:lnTo>
                  <a:lnTo>
                    <a:pt x="210733" y="181893"/>
                  </a:lnTo>
                  <a:lnTo>
                    <a:pt x="233856" y="166286"/>
                  </a:lnTo>
                  <a:lnTo>
                    <a:pt x="249459" y="143163"/>
                  </a:lnTo>
                  <a:lnTo>
                    <a:pt x="255184" y="114887"/>
                  </a:lnTo>
                  <a:lnTo>
                    <a:pt x="249459" y="86603"/>
                  </a:lnTo>
                  <a:lnTo>
                    <a:pt x="233856" y="63481"/>
                  </a:lnTo>
                  <a:lnTo>
                    <a:pt x="210733" y="47878"/>
                  </a:lnTo>
                  <a:lnTo>
                    <a:pt x="182450" y="42153"/>
                  </a:lnTo>
                  <a:lnTo>
                    <a:pt x="301355" y="42153"/>
                  </a:lnTo>
                  <a:lnTo>
                    <a:pt x="343503" y="83048"/>
                  </a:lnTo>
                  <a:lnTo>
                    <a:pt x="364779" y="114887"/>
                  </a:lnTo>
                  <a:lnTo>
                    <a:pt x="364866" y="115866"/>
                  </a:lnTo>
                  <a:lnTo>
                    <a:pt x="362834" y="119186"/>
                  </a:lnTo>
                  <a:lnTo>
                    <a:pt x="351328" y="136580"/>
                  </a:lnTo>
                  <a:lnTo>
                    <a:pt x="338515" y="152764"/>
                  </a:lnTo>
                  <a:lnTo>
                    <a:pt x="324431" y="167771"/>
                  </a:lnTo>
                  <a:lnTo>
                    <a:pt x="308816" y="181893"/>
                  </a:lnTo>
                  <a:lnTo>
                    <a:pt x="301689" y="187621"/>
                  </a:lnTo>
                  <a:close/>
                </a:path>
              </a:pathLst>
            </a:custGeom>
            <a:solidFill>
              <a:srgbClr val="257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204523" y="3166733"/>
              <a:ext cx="106688" cy="106688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789949" y="2801900"/>
            <a:ext cx="819149" cy="7429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4566343"/>
            <a:ext cx="17754599" cy="857249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380756" y="4566351"/>
            <a:ext cx="857250" cy="857250"/>
            <a:chOff x="380756" y="4566351"/>
            <a:chExt cx="857250" cy="857250"/>
          </a:xfrm>
        </p:grpSpPr>
        <p:sp>
          <p:nvSpPr>
            <p:cNvPr id="54" name="object 54"/>
            <p:cNvSpPr/>
            <p:nvPr/>
          </p:nvSpPr>
          <p:spPr>
            <a:xfrm>
              <a:off x="380746" y="456636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857237" y="291592"/>
                  </a:moveTo>
                  <a:lnTo>
                    <a:pt x="844194" y="243039"/>
                  </a:lnTo>
                  <a:lnTo>
                    <a:pt x="813574" y="203174"/>
                  </a:lnTo>
                  <a:lnTo>
                    <a:pt x="771525" y="178650"/>
                  </a:lnTo>
                  <a:lnTo>
                    <a:pt x="771525" y="294347"/>
                  </a:lnTo>
                  <a:lnTo>
                    <a:pt x="771525" y="477164"/>
                  </a:lnTo>
                  <a:lnTo>
                    <a:pt x="750316" y="508901"/>
                  </a:lnTo>
                  <a:lnTo>
                    <a:pt x="734339" y="514337"/>
                  </a:lnTo>
                  <a:lnTo>
                    <a:pt x="605751" y="514337"/>
                  </a:lnTo>
                  <a:lnTo>
                    <a:pt x="594385" y="514337"/>
                  </a:lnTo>
                  <a:lnTo>
                    <a:pt x="422935" y="514337"/>
                  </a:lnTo>
                  <a:lnTo>
                    <a:pt x="417474" y="515429"/>
                  </a:lnTo>
                  <a:lnTo>
                    <a:pt x="386842" y="546049"/>
                  </a:lnTo>
                  <a:lnTo>
                    <a:pt x="385762" y="551522"/>
                  </a:lnTo>
                  <a:lnTo>
                    <a:pt x="385762" y="562889"/>
                  </a:lnTo>
                  <a:lnTo>
                    <a:pt x="406971" y="594626"/>
                  </a:lnTo>
                  <a:lnTo>
                    <a:pt x="422935" y="600062"/>
                  </a:lnTo>
                  <a:lnTo>
                    <a:pt x="557212" y="600062"/>
                  </a:lnTo>
                  <a:lnTo>
                    <a:pt x="557212" y="734339"/>
                  </a:lnTo>
                  <a:lnTo>
                    <a:pt x="536003" y="766076"/>
                  </a:lnTo>
                  <a:lnTo>
                    <a:pt x="520026" y="771512"/>
                  </a:lnTo>
                  <a:lnTo>
                    <a:pt x="337210" y="771512"/>
                  </a:lnTo>
                  <a:lnTo>
                    <a:pt x="305473" y="750303"/>
                  </a:lnTo>
                  <a:lnTo>
                    <a:pt x="300037" y="734339"/>
                  </a:lnTo>
                  <a:lnTo>
                    <a:pt x="300037" y="648614"/>
                  </a:lnTo>
                  <a:lnTo>
                    <a:pt x="300037" y="637247"/>
                  </a:lnTo>
                  <a:lnTo>
                    <a:pt x="300037" y="508660"/>
                  </a:lnTo>
                  <a:lnTo>
                    <a:pt x="301117" y="503186"/>
                  </a:lnTo>
                  <a:lnTo>
                    <a:pt x="331749" y="472567"/>
                  </a:lnTo>
                  <a:lnTo>
                    <a:pt x="522782" y="471462"/>
                  </a:lnTo>
                  <a:lnTo>
                    <a:pt x="531139" y="470636"/>
                  </a:lnTo>
                  <a:lnTo>
                    <a:pt x="571334" y="458419"/>
                  </a:lnTo>
                  <a:lnTo>
                    <a:pt x="611200" y="427812"/>
                  </a:lnTo>
                  <a:lnTo>
                    <a:pt x="636346" y="384276"/>
                  </a:lnTo>
                  <a:lnTo>
                    <a:pt x="642924" y="351332"/>
                  </a:lnTo>
                  <a:lnTo>
                    <a:pt x="642924" y="257162"/>
                  </a:lnTo>
                  <a:lnTo>
                    <a:pt x="734339" y="257162"/>
                  </a:lnTo>
                  <a:lnTo>
                    <a:pt x="766076" y="278371"/>
                  </a:lnTo>
                  <a:lnTo>
                    <a:pt x="771525" y="294347"/>
                  </a:lnTo>
                  <a:lnTo>
                    <a:pt x="771525" y="178650"/>
                  </a:lnTo>
                  <a:lnTo>
                    <a:pt x="770051" y="178028"/>
                  </a:lnTo>
                  <a:lnTo>
                    <a:pt x="762012" y="175590"/>
                  </a:lnTo>
                  <a:lnTo>
                    <a:pt x="745451" y="172275"/>
                  </a:lnTo>
                  <a:lnTo>
                    <a:pt x="737095" y="171450"/>
                  </a:lnTo>
                  <a:lnTo>
                    <a:pt x="642924" y="171450"/>
                  </a:lnTo>
                  <a:lnTo>
                    <a:pt x="642924" y="120142"/>
                  </a:lnTo>
                  <a:lnTo>
                    <a:pt x="629881" y="71589"/>
                  </a:lnTo>
                  <a:lnTo>
                    <a:pt x="599262" y="31724"/>
                  </a:lnTo>
                  <a:lnTo>
                    <a:pt x="557212" y="7200"/>
                  </a:lnTo>
                  <a:lnTo>
                    <a:pt x="557212" y="122897"/>
                  </a:lnTo>
                  <a:lnTo>
                    <a:pt x="557212" y="208622"/>
                  </a:lnTo>
                  <a:lnTo>
                    <a:pt x="557212" y="219989"/>
                  </a:lnTo>
                  <a:lnTo>
                    <a:pt x="557212" y="348576"/>
                  </a:lnTo>
                  <a:lnTo>
                    <a:pt x="556120" y="354037"/>
                  </a:lnTo>
                  <a:lnTo>
                    <a:pt x="525500" y="384657"/>
                  </a:lnTo>
                  <a:lnTo>
                    <a:pt x="334454" y="385762"/>
                  </a:lnTo>
                  <a:lnTo>
                    <a:pt x="326097" y="386588"/>
                  </a:lnTo>
                  <a:lnTo>
                    <a:pt x="285915" y="398805"/>
                  </a:lnTo>
                  <a:lnTo>
                    <a:pt x="246037" y="429425"/>
                  </a:lnTo>
                  <a:lnTo>
                    <a:pt x="220891" y="472948"/>
                  </a:lnTo>
                  <a:lnTo>
                    <a:pt x="214312" y="505904"/>
                  </a:lnTo>
                  <a:lnTo>
                    <a:pt x="214312" y="600062"/>
                  </a:lnTo>
                  <a:lnTo>
                    <a:pt x="122897" y="600062"/>
                  </a:lnTo>
                  <a:lnTo>
                    <a:pt x="91160" y="578853"/>
                  </a:lnTo>
                  <a:lnTo>
                    <a:pt x="85725" y="562889"/>
                  </a:lnTo>
                  <a:lnTo>
                    <a:pt x="85725" y="380072"/>
                  </a:lnTo>
                  <a:lnTo>
                    <a:pt x="106934" y="348322"/>
                  </a:lnTo>
                  <a:lnTo>
                    <a:pt x="122897" y="342887"/>
                  </a:lnTo>
                  <a:lnTo>
                    <a:pt x="251485" y="342887"/>
                  </a:lnTo>
                  <a:lnTo>
                    <a:pt x="262851" y="342887"/>
                  </a:lnTo>
                  <a:lnTo>
                    <a:pt x="434301" y="342887"/>
                  </a:lnTo>
                  <a:lnTo>
                    <a:pt x="439775" y="341795"/>
                  </a:lnTo>
                  <a:lnTo>
                    <a:pt x="470395" y="311175"/>
                  </a:lnTo>
                  <a:lnTo>
                    <a:pt x="471487" y="305714"/>
                  </a:lnTo>
                  <a:lnTo>
                    <a:pt x="471487" y="294347"/>
                  </a:lnTo>
                  <a:lnTo>
                    <a:pt x="450278" y="262597"/>
                  </a:lnTo>
                  <a:lnTo>
                    <a:pt x="434301" y="257162"/>
                  </a:lnTo>
                  <a:lnTo>
                    <a:pt x="300037" y="257175"/>
                  </a:lnTo>
                  <a:lnTo>
                    <a:pt x="300037" y="122897"/>
                  </a:lnTo>
                  <a:lnTo>
                    <a:pt x="321246" y="91147"/>
                  </a:lnTo>
                  <a:lnTo>
                    <a:pt x="337210" y="85712"/>
                  </a:lnTo>
                  <a:lnTo>
                    <a:pt x="520026" y="85712"/>
                  </a:lnTo>
                  <a:lnTo>
                    <a:pt x="551764" y="106921"/>
                  </a:lnTo>
                  <a:lnTo>
                    <a:pt x="557212" y="122897"/>
                  </a:lnTo>
                  <a:lnTo>
                    <a:pt x="557212" y="7200"/>
                  </a:lnTo>
                  <a:lnTo>
                    <a:pt x="555739" y="6578"/>
                  </a:lnTo>
                  <a:lnTo>
                    <a:pt x="547700" y="4140"/>
                  </a:lnTo>
                  <a:lnTo>
                    <a:pt x="531139" y="825"/>
                  </a:lnTo>
                  <a:lnTo>
                    <a:pt x="522782" y="0"/>
                  </a:lnTo>
                  <a:lnTo>
                    <a:pt x="334454" y="0"/>
                  </a:lnTo>
                  <a:lnTo>
                    <a:pt x="285915" y="13042"/>
                  </a:lnTo>
                  <a:lnTo>
                    <a:pt x="246037" y="43662"/>
                  </a:lnTo>
                  <a:lnTo>
                    <a:pt x="220891" y="87185"/>
                  </a:lnTo>
                  <a:lnTo>
                    <a:pt x="214312" y="120142"/>
                  </a:lnTo>
                  <a:lnTo>
                    <a:pt x="214312" y="257175"/>
                  </a:lnTo>
                  <a:lnTo>
                    <a:pt x="120142" y="257175"/>
                  </a:lnTo>
                  <a:lnTo>
                    <a:pt x="71602" y="270217"/>
                  </a:lnTo>
                  <a:lnTo>
                    <a:pt x="31724" y="300837"/>
                  </a:lnTo>
                  <a:lnTo>
                    <a:pt x="6578" y="344360"/>
                  </a:lnTo>
                  <a:lnTo>
                    <a:pt x="0" y="377317"/>
                  </a:lnTo>
                  <a:lnTo>
                    <a:pt x="0" y="565645"/>
                  </a:lnTo>
                  <a:lnTo>
                    <a:pt x="13055" y="614184"/>
                  </a:lnTo>
                  <a:lnTo>
                    <a:pt x="43662" y="654062"/>
                  </a:lnTo>
                  <a:lnTo>
                    <a:pt x="87185" y="679196"/>
                  </a:lnTo>
                  <a:lnTo>
                    <a:pt x="214312" y="685787"/>
                  </a:lnTo>
                  <a:lnTo>
                    <a:pt x="214312" y="737095"/>
                  </a:lnTo>
                  <a:lnTo>
                    <a:pt x="227368" y="785634"/>
                  </a:lnTo>
                  <a:lnTo>
                    <a:pt x="257975" y="825512"/>
                  </a:lnTo>
                  <a:lnTo>
                    <a:pt x="301498" y="850646"/>
                  </a:lnTo>
                  <a:lnTo>
                    <a:pt x="514350" y="857237"/>
                  </a:lnTo>
                  <a:lnTo>
                    <a:pt x="522782" y="857224"/>
                  </a:lnTo>
                  <a:lnTo>
                    <a:pt x="571334" y="844181"/>
                  </a:lnTo>
                  <a:lnTo>
                    <a:pt x="611200" y="813574"/>
                  </a:lnTo>
                  <a:lnTo>
                    <a:pt x="636346" y="770039"/>
                  </a:lnTo>
                  <a:lnTo>
                    <a:pt x="642924" y="737095"/>
                  </a:lnTo>
                  <a:lnTo>
                    <a:pt x="642924" y="600062"/>
                  </a:lnTo>
                  <a:lnTo>
                    <a:pt x="728662" y="600062"/>
                  </a:lnTo>
                  <a:lnTo>
                    <a:pt x="770051" y="593471"/>
                  </a:lnTo>
                  <a:lnTo>
                    <a:pt x="807085" y="573659"/>
                  </a:lnTo>
                  <a:lnTo>
                    <a:pt x="840232" y="535863"/>
                  </a:lnTo>
                  <a:lnTo>
                    <a:pt x="856411" y="488276"/>
                  </a:lnTo>
                  <a:lnTo>
                    <a:pt x="857237" y="479920"/>
                  </a:lnTo>
                  <a:lnTo>
                    <a:pt x="857237" y="291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3411" y="4695113"/>
              <a:ext cx="85961" cy="8598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9136" y="5209463"/>
              <a:ext cx="85961" cy="8598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29665" y="5573299"/>
            <a:ext cx="17526000" cy="1203325"/>
            <a:chOff x="229665" y="5573299"/>
            <a:chExt cx="17526000" cy="1203325"/>
          </a:xfrm>
        </p:grpSpPr>
        <p:pic>
          <p:nvPicPr>
            <p:cNvPr id="15" name="object 1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9665" y="5573299"/>
              <a:ext cx="17525999" cy="533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28874" y="5852129"/>
              <a:ext cx="5438774" cy="923924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3986486" y="5948911"/>
            <a:ext cx="723900" cy="723900"/>
            <a:chOff x="3986486" y="5948911"/>
            <a:chExt cx="723900" cy="723900"/>
          </a:xfrm>
        </p:grpSpPr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86486" y="5948911"/>
              <a:ext cx="723899" cy="7239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122922" y="6166532"/>
              <a:ext cx="393700" cy="325120"/>
            </a:xfrm>
            <a:custGeom>
              <a:avLst/>
              <a:gdLst/>
              <a:ahLst/>
              <a:cxnLst/>
              <a:rect l="l" t="t" r="r" b="b"/>
              <a:pathLst>
                <a:path w="393700" h="325120">
                  <a:moveTo>
                    <a:pt x="326995" y="324740"/>
                  </a:moveTo>
                  <a:lnTo>
                    <a:pt x="312063" y="323048"/>
                  </a:lnTo>
                  <a:lnTo>
                    <a:pt x="298030" y="316706"/>
                  </a:lnTo>
                  <a:lnTo>
                    <a:pt x="284103" y="307615"/>
                  </a:lnTo>
                  <a:lnTo>
                    <a:pt x="269489" y="297678"/>
                  </a:lnTo>
                  <a:lnTo>
                    <a:pt x="247933" y="283275"/>
                  </a:lnTo>
                  <a:lnTo>
                    <a:pt x="210106" y="257641"/>
                  </a:lnTo>
                  <a:lnTo>
                    <a:pt x="188867" y="243555"/>
                  </a:lnTo>
                  <a:lnTo>
                    <a:pt x="172262" y="227513"/>
                  </a:lnTo>
                  <a:lnTo>
                    <a:pt x="196760" y="186049"/>
                  </a:lnTo>
                  <a:lnTo>
                    <a:pt x="247924" y="138127"/>
                  </a:lnTo>
                  <a:lnTo>
                    <a:pt x="280958" y="106291"/>
                  </a:lnTo>
                  <a:lnTo>
                    <a:pt x="296550" y="88514"/>
                  </a:lnTo>
                  <a:lnTo>
                    <a:pt x="296550" y="87386"/>
                  </a:lnTo>
                  <a:lnTo>
                    <a:pt x="297114" y="84003"/>
                  </a:lnTo>
                  <a:lnTo>
                    <a:pt x="292604" y="80621"/>
                  </a:lnTo>
                  <a:lnTo>
                    <a:pt x="289785" y="81185"/>
                  </a:lnTo>
                  <a:lnTo>
                    <a:pt x="287530" y="81748"/>
                  </a:lnTo>
                  <a:lnTo>
                    <a:pt x="276104" y="88399"/>
                  </a:lnTo>
                  <a:lnTo>
                    <a:pt x="246867" y="107471"/>
                  </a:lnTo>
                  <a:lnTo>
                    <a:pt x="199764" y="138911"/>
                  </a:lnTo>
                  <a:lnTo>
                    <a:pt x="134744" y="182666"/>
                  </a:lnTo>
                  <a:lnTo>
                    <a:pt x="124059" y="189238"/>
                  </a:lnTo>
                  <a:lnTo>
                    <a:pt x="83616" y="196082"/>
                  </a:lnTo>
                  <a:lnTo>
                    <a:pt x="23071" y="178746"/>
                  </a:lnTo>
                  <a:lnTo>
                    <a:pt x="0" y="160114"/>
                  </a:lnTo>
                  <a:lnTo>
                    <a:pt x="2325" y="155366"/>
                  </a:lnTo>
                  <a:lnTo>
                    <a:pt x="86123" y="114597"/>
                  </a:lnTo>
                  <a:lnTo>
                    <a:pt x="136796" y="92681"/>
                  </a:lnTo>
                  <a:lnTo>
                    <a:pt x="179080" y="74582"/>
                  </a:lnTo>
                  <a:lnTo>
                    <a:pt x="238481" y="49613"/>
                  </a:lnTo>
                  <a:lnTo>
                    <a:pt x="299968" y="24339"/>
                  </a:lnTo>
                  <a:lnTo>
                    <a:pt x="338411" y="9372"/>
                  </a:lnTo>
                  <a:lnTo>
                    <a:pt x="373225" y="0"/>
                  </a:lnTo>
                  <a:lnTo>
                    <a:pt x="376044" y="0"/>
                  </a:lnTo>
                  <a:lnTo>
                    <a:pt x="393521" y="22551"/>
                  </a:lnTo>
                  <a:lnTo>
                    <a:pt x="387703" y="70405"/>
                  </a:lnTo>
                  <a:lnTo>
                    <a:pt x="379607" y="125363"/>
                  </a:lnTo>
                  <a:lnTo>
                    <a:pt x="370023" y="184921"/>
                  </a:lnTo>
                  <a:lnTo>
                    <a:pt x="360303" y="241503"/>
                  </a:lnTo>
                  <a:lnTo>
                    <a:pt x="351801" y="287530"/>
                  </a:lnTo>
                  <a:lnTo>
                    <a:pt x="334201" y="322256"/>
                  </a:lnTo>
                  <a:lnTo>
                    <a:pt x="326995" y="3247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290474" y="5852130"/>
            <a:ext cx="5438774" cy="92392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315362" y="5852130"/>
            <a:ext cx="866774" cy="8667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067682" y="6989558"/>
            <a:ext cx="571499" cy="380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7381724"/>
            <a:ext cx="18288000" cy="2905760"/>
            <a:chOff x="0" y="7381724"/>
            <a:chExt cx="18288000" cy="2905760"/>
          </a:xfrm>
        </p:grpSpPr>
        <p:pic>
          <p:nvPicPr>
            <p:cNvPr id="4" name="object 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0" y="9659846"/>
              <a:ext cx="18287999" cy="6271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633314" y="7381724"/>
              <a:ext cx="1654684" cy="2495549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28700" y="7381724"/>
            <a:ext cx="3743324" cy="8381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300928" y="7427177"/>
            <a:ext cx="682336" cy="77088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12066" y="7373487"/>
            <a:ext cx="4029074" cy="90487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469325" y="7277725"/>
            <a:ext cx="815241" cy="97824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569221" y="7373487"/>
            <a:ext cx="3781424" cy="847724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9841125" y="7378610"/>
            <a:ext cx="895350" cy="785495"/>
            <a:chOff x="9841125" y="7378610"/>
            <a:chExt cx="895350" cy="785495"/>
          </a:xfrm>
        </p:grpSpPr>
        <p:sp>
          <p:nvSpPr>
            <p:cNvPr id="45" name="object 45"/>
            <p:cNvSpPr/>
            <p:nvPr/>
          </p:nvSpPr>
          <p:spPr>
            <a:xfrm>
              <a:off x="9841891" y="7379719"/>
              <a:ext cx="893444" cy="783590"/>
            </a:xfrm>
            <a:custGeom>
              <a:avLst/>
              <a:gdLst/>
              <a:ahLst/>
              <a:cxnLst/>
              <a:rect l="l" t="t" r="r" b="b"/>
              <a:pathLst>
                <a:path w="893445" h="783590">
                  <a:moveTo>
                    <a:pt x="859190" y="783512"/>
                  </a:moveTo>
                  <a:lnTo>
                    <a:pt x="41798" y="783512"/>
                  </a:lnTo>
                  <a:lnTo>
                    <a:pt x="25549" y="780227"/>
                  </a:lnTo>
                  <a:lnTo>
                    <a:pt x="12260" y="771278"/>
                  </a:lnTo>
                  <a:lnTo>
                    <a:pt x="3291" y="758020"/>
                  </a:lnTo>
                  <a:lnTo>
                    <a:pt x="0" y="741811"/>
                  </a:lnTo>
                  <a:lnTo>
                    <a:pt x="0" y="734508"/>
                  </a:lnTo>
                  <a:lnTo>
                    <a:pt x="410653" y="20514"/>
                  </a:lnTo>
                  <a:lnTo>
                    <a:pt x="452005" y="0"/>
                  </a:lnTo>
                  <a:lnTo>
                    <a:pt x="467708" y="5258"/>
                  </a:lnTo>
                  <a:lnTo>
                    <a:pt x="474046" y="8938"/>
                  </a:lnTo>
                  <a:lnTo>
                    <a:pt x="479346" y="14211"/>
                  </a:lnTo>
                  <a:lnTo>
                    <a:pt x="888044" y="720940"/>
                  </a:lnTo>
                  <a:lnTo>
                    <a:pt x="893309" y="736637"/>
                  </a:lnTo>
                  <a:lnTo>
                    <a:pt x="892184" y="752594"/>
                  </a:lnTo>
                  <a:lnTo>
                    <a:pt x="885164" y="766970"/>
                  </a:lnTo>
                  <a:lnTo>
                    <a:pt x="872740" y="777922"/>
                  </a:lnTo>
                  <a:lnTo>
                    <a:pt x="866425" y="781581"/>
                  </a:lnTo>
                  <a:lnTo>
                    <a:pt x="859190" y="783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841125" y="7378610"/>
              <a:ext cx="895350" cy="785495"/>
            </a:xfrm>
            <a:custGeom>
              <a:avLst/>
              <a:gdLst/>
              <a:ahLst/>
              <a:cxnLst/>
              <a:rect l="l" t="t" r="r" b="b"/>
              <a:pathLst>
                <a:path w="895350" h="785495">
                  <a:moveTo>
                    <a:pt x="860101" y="785427"/>
                  </a:moveTo>
                  <a:lnTo>
                    <a:pt x="42546" y="785427"/>
                  </a:lnTo>
                  <a:lnTo>
                    <a:pt x="25356" y="781962"/>
                  </a:lnTo>
                  <a:lnTo>
                    <a:pt x="25797" y="781962"/>
                  </a:lnTo>
                  <a:lnTo>
                    <a:pt x="12462" y="772983"/>
                  </a:lnTo>
                  <a:lnTo>
                    <a:pt x="3343" y="759475"/>
                  </a:lnTo>
                  <a:lnTo>
                    <a:pt x="0" y="742811"/>
                  </a:lnTo>
                  <a:lnTo>
                    <a:pt x="0" y="735447"/>
                  </a:lnTo>
                  <a:lnTo>
                    <a:pt x="1813" y="728662"/>
                  </a:lnTo>
                  <a:lnTo>
                    <a:pt x="1898" y="728346"/>
                  </a:lnTo>
                  <a:lnTo>
                    <a:pt x="410744" y="21249"/>
                  </a:lnTo>
                  <a:lnTo>
                    <a:pt x="447600" y="0"/>
                  </a:lnTo>
                  <a:lnTo>
                    <a:pt x="454854" y="0"/>
                  </a:lnTo>
                  <a:lnTo>
                    <a:pt x="461189" y="1587"/>
                  </a:lnTo>
                  <a:lnTo>
                    <a:pt x="447611" y="1587"/>
                  </a:lnTo>
                  <a:lnTo>
                    <a:pt x="436926" y="3006"/>
                  </a:lnTo>
                  <a:lnTo>
                    <a:pt x="3479" y="728662"/>
                  </a:lnTo>
                  <a:lnTo>
                    <a:pt x="1576" y="742811"/>
                  </a:lnTo>
                  <a:lnTo>
                    <a:pt x="4803" y="758848"/>
                  </a:lnTo>
                  <a:lnTo>
                    <a:pt x="13597" y="771858"/>
                  </a:lnTo>
                  <a:lnTo>
                    <a:pt x="26625" y="780634"/>
                  </a:lnTo>
                  <a:lnTo>
                    <a:pt x="42552" y="783852"/>
                  </a:lnTo>
                  <a:lnTo>
                    <a:pt x="865970" y="783852"/>
                  </a:lnTo>
                  <a:lnTo>
                    <a:pt x="860101" y="785427"/>
                  </a:lnTo>
                  <a:close/>
                </a:path>
                <a:path w="895350" h="785495">
                  <a:moveTo>
                    <a:pt x="865970" y="783852"/>
                  </a:moveTo>
                  <a:lnTo>
                    <a:pt x="859817" y="783852"/>
                  </a:lnTo>
                  <a:lnTo>
                    <a:pt x="866931" y="781962"/>
                  </a:lnTo>
                  <a:lnTo>
                    <a:pt x="873148" y="778361"/>
                  </a:lnTo>
                  <a:lnTo>
                    <a:pt x="885321" y="767617"/>
                  </a:lnTo>
                  <a:lnTo>
                    <a:pt x="892128" y="753681"/>
                  </a:lnTo>
                  <a:lnTo>
                    <a:pt x="892209" y="753515"/>
                  </a:lnTo>
                  <a:lnTo>
                    <a:pt x="893314" y="737863"/>
                  </a:lnTo>
                  <a:lnTo>
                    <a:pt x="888134" y="722475"/>
                  </a:lnTo>
                  <a:lnTo>
                    <a:pt x="483083" y="22040"/>
                  </a:lnTo>
                  <a:lnTo>
                    <a:pt x="479506" y="15812"/>
                  </a:lnTo>
                  <a:lnTo>
                    <a:pt x="474304" y="10639"/>
                  </a:lnTo>
                  <a:lnTo>
                    <a:pt x="461860" y="3457"/>
                  </a:lnTo>
                  <a:lnTo>
                    <a:pt x="454775" y="1587"/>
                  </a:lnTo>
                  <a:lnTo>
                    <a:pt x="461189" y="1587"/>
                  </a:lnTo>
                  <a:lnTo>
                    <a:pt x="893223" y="728142"/>
                  </a:lnTo>
                  <a:lnTo>
                    <a:pt x="895173" y="742811"/>
                  </a:lnTo>
                  <a:lnTo>
                    <a:pt x="893813" y="753515"/>
                  </a:lnTo>
                  <a:lnTo>
                    <a:pt x="893792" y="753681"/>
                  </a:lnTo>
                  <a:lnTo>
                    <a:pt x="889688" y="763831"/>
                  </a:lnTo>
                  <a:lnTo>
                    <a:pt x="883005" y="772698"/>
                  </a:lnTo>
                  <a:lnTo>
                    <a:pt x="873891" y="779718"/>
                  </a:lnTo>
                  <a:lnTo>
                    <a:pt x="867434" y="783459"/>
                  </a:lnTo>
                  <a:lnTo>
                    <a:pt x="865970" y="783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857078" y="7394745"/>
              <a:ext cx="863600" cy="753745"/>
            </a:xfrm>
            <a:custGeom>
              <a:avLst/>
              <a:gdLst/>
              <a:ahLst/>
              <a:cxnLst/>
              <a:rect l="l" t="t" r="r" b="b"/>
              <a:pathLst>
                <a:path w="863600" h="753745">
                  <a:moveTo>
                    <a:pt x="841401" y="753347"/>
                  </a:moveTo>
                  <a:lnTo>
                    <a:pt x="26612" y="753347"/>
                  </a:lnTo>
                  <a:lnTo>
                    <a:pt x="16245" y="751256"/>
                  </a:lnTo>
                  <a:lnTo>
                    <a:pt x="7787" y="745557"/>
                  </a:lnTo>
                  <a:lnTo>
                    <a:pt x="2088" y="737114"/>
                  </a:lnTo>
                  <a:lnTo>
                    <a:pt x="0" y="726786"/>
                  </a:lnTo>
                  <a:lnTo>
                    <a:pt x="0" y="722110"/>
                  </a:lnTo>
                  <a:lnTo>
                    <a:pt x="408604" y="13074"/>
                  </a:lnTo>
                  <a:lnTo>
                    <a:pt x="434935" y="0"/>
                  </a:lnTo>
                  <a:lnTo>
                    <a:pt x="444952" y="3365"/>
                  </a:lnTo>
                  <a:lnTo>
                    <a:pt x="448967" y="5673"/>
                  </a:lnTo>
                  <a:lnTo>
                    <a:pt x="452335" y="9035"/>
                  </a:lnTo>
                  <a:lnTo>
                    <a:pt x="523778" y="132566"/>
                  </a:lnTo>
                  <a:lnTo>
                    <a:pt x="431642" y="132566"/>
                  </a:lnTo>
                  <a:lnTo>
                    <a:pt x="118737" y="673670"/>
                  </a:lnTo>
                  <a:lnTo>
                    <a:pt x="836654" y="673670"/>
                  </a:lnTo>
                  <a:lnTo>
                    <a:pt x="859689" y="713508"/>
                  </a:lnTo>
                  <a:lnTo>
                    <a:pt x="863072" y="723509"/>
                  </a:lnTo>
                  <a:lnTo>
                    <a:pt x="862370" y="733667"/>
                  </a:lnTo>
                  <a:lnTo>
                    <a:pt x="857902" y="742817"/>
                  </a:lnTo>
                  <a:lnTo>
                    <a:pt x="849985" y="749797"/>
                  </a:lnTo>
                  <a:lnTo>
                    <a:pt x="845939" y="752125"/>
                  </a:lnTo>
                  <a:lnTo>
                    <a:pt x="841401" y="753347"/>
                  </a:lnTo>
                  <a:close/>
                </a:path>
                <a:path w="863600" h="753745">
                  <a:moveTo>
                    <a:pt x="836654" y="673670"/>
                  </a:moveTo>
                  <a:lnTo>
                    <a:pt x="744546" y="673670"/>
                  </a:lnTo>
                  <a:lnTo>
                    <a:pt x="431642" y="132566"/>
                  </a:lnTo>
                  <a:lnTo>
                    <a:pt x="523778" y="132566"/>
                  </a:lnTo>
                  <a:lnTo>
                    <a:pt x="836654" y="673670"/>
                  </a:lnTo>
                  <a:close/>
                </a:path>
              </a:pathLst>
            </a:custGeom>
            <a:solidFill>
              <a:srgbClr val="AB25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52125" y="7631312"/>
              <a:ext cx="74295" cy="404495"/>
            </a:xfrm>
            <a:custGeom>
              <a:avLst/>
              <a:gdLst/>
              <a:ahLst/>
              <a:cxnLst/>
              <a:rect l="l" t="t" r="r" b="b"/>
              <a:pathLst>
                <a:path w="74295" h="404495">
                  <a:moveTo>
                    <a:pt x="37057" y="404002"/>
                  </a:moveTo>
                  <a:lnTo>
                    <a:pt x="23226" y="401536"/>
                  </a:lnTo>
                  <a:lnTo>
                    <a:pt x="11898" y="394705"/>
                  </a:lnTo>
                  <a:lnTo>
                    <a:pt x="3932" y="384366"/>
                  </a:lnTo>
                  <a:lnTo>
                    <a:pt x="187" y="371373"/>
                  </a:lnTo>
                  <a:lnTo>
                    <a:pt x="74" y="369359"/>
                  </a:lnTo>
                  <a:lnTo>
                    <a:pt x="37" y="368810"/>
                  </a:lnTo>
                  <a:lnTo>
                    <a:pt x="37" y="366649"/>
                  </a:lnTo>
                  <a:lnTo>
                    <a:pt x="74" y="366100"/>
                  </a:lnTo>
                  <a:lnTo>
                    <a:pt x="74" y="38159"/>
                  </a:lnTo>
                  <a:lnTo>
                    <a:pt x="0" y="36913"/>
                  </a:lnTo>
                  <a:lnTo>
                    <a:pt x="0" y="35705"/>
                  </a:lnTo>
                  <a:lnTo>
                    <a:pt x="22777" y="2625"/>
                  </a:lnTo>
                  <a:lnTo>
                    <a:pt x="37057" y="0"/>
                  </a:lnTo>
                  <a:lnTo>
                    <a:pt x="51315" y="2625"/>
                  </a:lnTo>
                  <a:lnTo>
                    <a:pt x="62856" y="9878"/>
                  </a:lnTo>
                  <a:lnTo>
                    <a:pt x="70735" y="20825"/>
                  </a:lnTo>
                  <a:lnTo>
                    <a:pt x="74002" y="34533"/>
                  </a:lnTo>
                  <a:lnTo>
                    <a:pt x="74114" y="371373"/>
                  </a:lnTo>
                  <a:lnTo>
                    <a:pt x="73964" y="371373"/>
                  </a:lnTo>
                  <a:lnTo>
                    <a:pt x="70214" y="384366"/>
                  </a:lnTo>
                  <a:lnTo>
                    <a:pt x="62234" y="394705"/>
                  </a:lnTo>
                  <a:lnTo>
                    <a:pt x="50893" y="401536"/>
                  </a:lnTo>
                  <a:lnTo>
                    <a:pt x="37057" y="404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26563" y="7451204"/>
            <a:ext cx="3343274" cy="742949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3881926" y="7563937"/>
            <a:ext cx="518159" cy="522605"/>
            <a:chOff x="13881926" y="7563937"/>
            <a:chExt cx="518159" cy="522605"/>
          </a:xfrm>
        </p:grpSpPr>
        <p:pic>
          <p:nvPicPr>
            <p:cNvPr id="40" name="object 4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881926" y="7563950"/>
              <a:ext cx="237164" cy="2410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162556" y="7845887"/>
              <a:ext cx="237142" cy="24029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162133" y="7563937"/>
              <a:ext cx="237164" cy="2410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881939" y="7846919"/>
              <a:ext cx="238690" cy="239534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11675" y="8385774"/>
            <a:ext cx="533399" cy="3524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480678" y="8628327"/>
            <a:ext cx="6191249" cy="933449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3026775" y="8655647"/>
            <a:ext cx="565150" cy="862330"/>
          </a:xfrm>
          <a:custGeom>
            <a:avLst/>
            <a:gdLst/>
            <a:ahLst/>
            <a:cxnLst/>
            <a:rect l="l" t="t" r="r" b="b"/>
            <a:pathLst>
              <a:path w="565150" h="862329">
                <a:moveTo>
                  <a:pt x="201096" y="190499"/>
                </a:moveTo>
                <a:lnTo>
                  <a:pt x="191867" y="190499"/>
                </a:lnTo>
                <a:lnTo>
                  <a:pt x="173176" y="187959"/>
                </a:lnTo>
                <a:lnTo>
                  <a:pt x="171232" y="187959"/>
                </a:lnTo>
                <a:lnTo>
                  <a:pt x="167503" y="184149"/>
                </a:lnTo>
                <a:lnTo>
                  <a:pt x="168506" y="182879"/>
                </a:lnTo>
                <a:lnTo>
                  <a:pt x="177412" y="172719"/>
                </a:lnTo>
                <a:lnTo>
                  <a:pt x="191616" y="160019"/>
                </a:lnTo>
                <a:lnTo>
                  <a:pt x="206057" y="146049"/>
                </a:lnTo>
                <a:lnTo>
                  <a:pt x="215674" y="135889"/>
                </a:lnTo>
                <a:lnTo>
                  <a:pt x="219185" y="130809"/>
                </a:lnTo>
                <a:lnTo>
                  <a:pt x="218361" y="121919"/>
                </a:lnTo>
                <a:lnTo>
                  <a:pt x="221088" y="116839"/>
                </a:lnTo>
                <a:lnTo>
                  <a:pt x="227983" y="96519"/>
                </a:lnTo>
                <a:lnTo>
                  <a:pt x="233579" y="77469"/>
                </a:lnTo>
                <a:lnTo>
                  <a:pt x="245010" y="58419"/>
                </a:lnTo>
                <a:lnTo>
                  <a:pt x="269407" y="40639"/>
                </a:lnTo>
                <a:lnTo>
                  <a:pt x="274281" y="38099"/>
                </a:lnTo>
                <a:lnTo>
                  <a:pt x="283974" y="29209"/>
                </a:lnTo>
                <a:lnTo>
                  <a:pt x="320349" y="12699"/>
                </a:lnTo>
                <a:lnTo>
                  <a:pt x="331667" y="11429"/>
                </a:lnTo>
                <a:lnTo>
                  <a:pt x="334001" y="5079"/>
                </a:lnTo>
                <a:lnTo>
                  <a:pt x="343054" y="0"/>
                </a:lnTo>
                <a:lnTo>
                  <a:pt x="354139" y="0"/>
                </a:lnTo>
                <a:lnTo>
                  <a:pt x="361507" y="1269"/>
                </a:lnTo>
                <a:lnTo>
                  <a:pt x="368254" y="5079"/>
                </a:lnTo>
                <a:lnTo>
                  <a:pt x="373357" y="11429"/>
                </a:lnTo>
                <a:lnTo>
                  <a:pt x="375795" y="17779"/>
                </a:lnTo>
                <a:lnTo>
                  <a:pt x="397199" y="25399"/>
                </a:lnTo>
                <a:lnTo>
                  <a:pt x="419372" y="38099"/>
                </a:lnTo>
                <a:lnTo>
                  <a:pt x="437030" y="49529"/>
                </a:lnTo>
                <a:lnTo>
                  <a:pt x="444889" y="58419"/>
                </a:lnTo>
                <a:lnTo>
                  <a:pt x="448439" y="74929"/>
                </a:lnTo>
                <a:lnTo>
                  <a:pt x="452513" y="87629"/>
                </a:lnTo>
                <a:lnTo>
                  <a:pt x="457394" y="97789"/>
                </a:lnTo>
                <a:lnTo>
                  <a:pt x="463364" y="107949"/>
                </a:lnTo>
                <a:lnTo>
                  <a:pt x="465688" y="111759"/>
                </a:lnTo>
                <a:lnTo>
                  <a:pt x="462889" y="119379"/>
                </a:lnTo>
                <a:lnTo>
                  <a:pt x="463905" y="124459"/>
                </a:lnTo>
                <a:lnTo>
                  <a:pt x="473239" y="132079"/>
                </a:lnTo>
                <a:lnTo>
                  <a:pt x="485031" y="143509"/>
                </a:lnTo>
                <a:lnTo>
                  <a:pt x="497951" y="154939"/>
                </a:lnTo>
                <a:lnTo>
                  <a:pt x="508125" y="165099"/>
                </a:lnTo>
                <a:lnTo>
                  <a:pt x="456394" y="165099"/>
                </a:lnTo>
                <a:lnTo>
                  <a:pt x="454944" y="172719"/>
                </a:lnTo>
                <a:lnTo>
                  <a:pt x="456473" y="179069"/>
                </a:lnTo>
                <a:lnTo>
                  <a:pt x="455946" y="180339"/>
                </a:lnTo>
                <a:lnTo>
                  <a:pt x="446226" y="180339"/>
                </a:lnTo>
                <a:lnTo>
                  <a:pt x="444957" y="189229"/>
                </a:lnTo>
                <a:lnTo>
                  <a:pt x="209449" y="189229"/>
                </a:lnTo>
                <a:lnTo>
                  <a:pt x="201096" y="190499"/>
                </a:lnTo>
                <a:close/>
              </a:path>
              <a:path w="565150" h="862329">
                <a:moveTo>
                  <a:pt x="509389" y="172719"/>
                </a:moveTo>
                <a:lnTo>
                  <a:pt x="506405" y="171449"/>
                </a:lnTo>
                <a:lnTo>
                  <a:pt x="494777" y="171449"/>
                </a:lnTo>
                <a:lnTo>
                  <a:pt x="480743" y="168909"/>
                </a:lnTo>
                <a:lnTo>
                  <a:pt x="467037" y="167639"/>
                </a:lnTo>
                <a:lnTo>
                  <a:pt x="456394" y="165099"/>
                </a:lnTo>
                <a:lnTo>
                  <a:pt x="508125" y="165099"/>
                </a:lnTo>
                <a:lnTo>
                  <a:pt x="510669" y="167639"/>
                </a:lnTo>
                <a:lnTo>
                  <a:pt x="512221" y="168909"/>
                </a:lnTo>
                <a:lnTo>
                  <a:pt x="509389" y="172719"/>
                </a:lnTo>
                <a:close/>
              </a:path>
              <a:path w="565150" h="862329">
                <a:moveTo>
                  <a:pt x="452787" y="187959"/>
                </a:moveTo>
                <a:lnTo>
                  <a:pt x="446226" y="180339"/>
                </a:lnTo>
                <a:lnTo>
                  <a:pt x="455946" y="180339"/>
                </a:lnTo>
                <a:lnTo>
                  <a:pt x="452787" y="187959"/>
                </a:lnTo>
                <a:close/>
              </a:path>
              <a:path w="565150" h="862329">
                <a:moveTo>
                  <a:pt x="451695" y="229869"/>
                </a:moveTo>
                <a:lnTo>
                  <a:pt x="204847" y="229869"/>
                </a:lnTo>
                <a:lnTo>
                  <a:pt x="204925" y="227329"/>
                </a:lnTo>
                <a:lnTo>
                  <a:pt x="205042" y="223519"/>
                </a:lnTo>
                <a:lnTo>
                  <a:pt x="203470" y="217169"/>
                </a:lnTo>
                <a:lnTo>
                  <a:pt x="201944" y="209549"/>
                </a:lnTo>
                <a:lnTo>
                  <a:pt x="202165" y="204469"/>
                </a:lnTo>
                <a:lnTo>
                  <a:pt x="202275" y="201929"/>
                </a:lnTo>
                <a:lnTo>
                  <a:pt x="203315" y="198119"/>
                </a:lnTo>
                <a:lnTo>
                  <a:pt x="211094" y="193039"/>
                </a:lnTo>
                <a:lnTo>
                  <a:pt x="209449" y="189229"/>
                </a:lnTo>
                <a:lnTo>
                  <a:pt x="444957" y="189229"/>
                </a:lnTo>
                <a:lnTo>
                  <a:pt x="445950" y="204469"/>
                </a:lnTo>
                <a:lnTo>
                  <a:pt x="450176" y="222249"/>
                </a:lnTo>
                <a:lnTo>
                  <a:pt x="451695" y="229869"/>
                </a:lnTo>
                <a:close/>
              </a:path>
              <a:path w="565150" h="862329">
                <a:moveTo>
                  <a:pt x="533611" y="426719"/>
                </a:moveTo>
                <a:lnTo>
                  <a:pt x="447797" y="426719"/>
                </a:lnTo>
                <a:lnTo>
                  <a:pt x="453587" y="417829"/>
                </a:lnTo>
                <a:lnTo>
                  <a:pt x="459948" y="408939"/>
                </a:lnTo>
                <a:lnTo>
                  <a:pt x="466627" y="400049"/>
                </a:lnTo>
                <a:lnTo>
                  <a:pt x="473377" y="392429"/>
                </a:lnTo>
                <a:lnTo>
                  <a:pt x="477843" y="388619"/>
                </a:lnTo>
                <a:lnTo>
                  <a:pt x="477786" y="386079"/>
                </a:lnTo>
                <a:lnTo>
                  <a:pt x="477685" y="384809"/>
                </a:lnTo>
                <a:lnTo>
                  <a:pt x="476447" y="382269"/>
                </a:lnTo>
                <a:lnTo>
                  <a:pt x="474343" y="380999"/>
                </a:lnTo>
                <a:lnTo>
                  <a:pt x="473223" y="377189"/>
                </a:lnTo>
                <a:lnTo>
                  <a:pt x="472243" y="372109"/>
                </a:lnTo>
                <a:lnTo>
                  <a:pt x="475949" y="372109"/>
                </a:lnTo>
                <a:lnTo>
                  <a:pt x="483579" y="368299"/>
                </a:lnTo>
                <a:lnTo>
                  <a:pt x="490382" y="364489"/>
                </a:lnTo>
                <a:lnTo>
                  <a:pt x="495653" y="356869"/>
                </a:lnTo>
                <a:lnTo>
                  <a:pt x="498687" y="347979"/>
                </a:lnTo>
                <a:lnTo>
                  <a:pt x="491065" y="347979"/>
                </a:lnTo>
                <a:lnTo>
                  <a:pt x="483683" y="345439"/>
                </a:lnTo>
                <a:lnTo>
                  <a:pt x="477911" y="339089"/>
                </a:lnTo>
                <a:lnTo>
                  <a:pt x="468304" y="322579"/>
                </a:lnTo>
                <a:lnTo>
                  <a:pt x="464999" y="303529"/>
                </a:lnTo>
                <a:lnTo>
                  <a:pt x="466519" y="285749"/>
                </a:lnTo>
                <a:lnTo>
                  <a:pt x="480768" y="246379"/>
                </a:lnTo>
                <a:lnTo>
                  <a:pt x="509172" y="217169"/>
                </a:lnTo>
                <a:lnTo>
                  <a:pt x="528599" y="210819"/>
                </a:lnTo>
                <a:lnTo>
                  <a:pt x="531712" y="210819"/>
                </a:lnTo>
                <a:lnTo>
                  <a:pt x="542504" y="213359"/>
                </a:lnTo>
                <a:lnTo>
                  <a:pt x="549701" y="218439"/>
                </a:lnTo>
                <a:lnTo>
                  <a:pt x="527380" y="218439"/>
                </a:lnTo>
                <a:lnTo>
                  <a:pt x="517549" y="219709"/>
                </a:lnTo>
                <a:lnTo>
                  <a:pt x="482609" y="257809"/>
                </a:lnTo>
                <a:lnTo>
                  <a:pt x="473173" y="299719"/>
                </a:lnTo>
                <a:lnTo>
                  <a:pt x="473057" y="300989"/>
                </a:lnTo>
                <a:lnTo>
                  <a:pt x="492848" y="339089"/>
                </a:lnTo>
                <a:lnTo>
                  <a:pt x="503291" y="340359"/>
                </a:lnTo>
                <a:lnTo>
                  <a:pt x="523555" y="340359"/>
                </a:lnTo>
                <a:lnTo>
                  <a:pt x="519873" y="342899"/>
                </a:lnTo>
                <a:lnTo>
                  <a:pt x="513891" y="345439"/>
                </a:lnTo>
                <a:lnTo>
                  <a:pt x="507620" y="346709"/>
                </a:lnTo>
                <a:lnTo>
                  <a:pt x="504985" y="360679"/>
                </a:lnTo>
                <a:lnTo>
                  <a:pt x="507419" y="365759"/>
                </a:lnTo>
                <a:lnTo>
                  <a:pt x="509837" y="365759"/>
                </a:lnTo>
                <a:lnTo>
                  <a:pt x="510834" y="368299"/>
                </a:lnTo>
                <a:lnTo>
                  <a:pt x="510361" y="370839"/>
                </a:lnTo>
                <a:lnTo>
                  <a:pt x="509116" y="372109"/>
                </a:lnTo>
                <a:lnTo>
                  <a:pt x="507588" y="373379"/>
                </a:lnTo>
                <a:lnTo>
                  <a:pt x="508727" y="375919"/>
                </a:lnTo>
                <a:lnTo>
                  <a:pt x="510143" y="378459"/>
                </a:lnTo>
                <a:lnTo>
                  <a:pt x="512087" y="378459"/>
                </a:lnTo>
                <a:lnTo>
                  <a:pt x="522977" y="382269"/>
                </a:lnTo>
                <a:lnTo>
                  <a:pt x="533174" y="388619"/>
                </a:lnTo>
                <a:lnTo>
                  <a:pt x="542200" y="394969"/>
                </a:lnTo>
                <a:lnTo>
                  <a:pt x="549577" y="403859"/>
                </a:lnTo>
                <a:lnTo>
                  <a:pt x="553515" y="408939"/>
                </a:lnTo>
                <a:lnTo>
                  <a:pt x="548892" y="417829"/>
                </a:lnTo>
                <a:lnTo>
                  <a:pt x="542810" y="417829"/>
                </a:lnTo>
                <a:lnTo>
                  <a:pt x="537135" y="422909"/>
                </a:lnTo>
                <a:lnTo>
                  <a:pt x="533611" y="426719"/>
                </a:lnTo>
                <a:close/>
              </a:path>
              <a:path w="565150" h="862329">
                <a:moveTo>
                  <a:pt x="523555" y="340359"/>
                </a:moveTo>
                <a:lnTo>
                  <a:pt x="503291" y="340359"/>
                </a:lnTo>
                <a:lnTo>
                  <a:pt x="513507" y="336549"/>
                </a:lnTo>
                <a:lnTo>
                  <a:pt x="531171" y="322579"/>
                </a:lnTo>
                <a:lnTo>
                  <a:pt x="543797" y="302259"/>
                </a:lnTo>
                <a:lnTo>
                  <a:pt x="551513" y="280669"/>
                </a:lnTo>
                <a:lnTo>
                  <a:pt x="554286" y="259079"/>
                </a:lnTo>
                <a:lnTo>
                  <a:pt x="554211" y="255269"/>
                </a:lnTo>
                <a:lnTo>
                  <a:pt x="553137" y="243839"/>
                </a:lnTo>
                <a:lnTo>
                  <a:pt x="548412" y="231139"/>
                </a:lnTo>
                <a:lnTo>
                  <a:pt x="539939" y="222249"/>
                </a:lnTo>
                <a:lnTo>
                  <a:pt x="527380" y="218439"/>
                </a:lnTo>
                <a:lnTo>
                  <a:pt x="549701" y="218439"/>
                </a:lnTo>
                <a:lnTo>
                  <a:pt x="551500" y="219709"/>
                </a:lnTo>
                <a:lnTo>
                  <a:pt x="558284" y="228599"/>
                </a:lnTo>
                <a:lnTo>
                  <a:pt x="562437" y="238759"/>
                </a:lnTo>
                <a:lnTo>
                  <a:pt x="564690" y="265429"/>
                </a:lnTo>
                <a:lnTo>
                  <a:pt x="559377" y="290829"/>
                </a:lnTo>
                <a:lnTo>
                  <a:pt x="547557" y="314959"/>
                </a:lnTo>
                <a:lnTo>
                  <a:pt x="530292" y="335279"/>
                </a:lnTo>
                <a:lnTo>
                  <a:pt x="525396" y="339089"/>
                </a:lnTo>
                <a:lnTo>
                  <a:pt x="523555" y="340359"/>
                </a:lnTo>
                <a:close/>
              </a:path>
              <a:path w="565150" h="862329">
                <a:moveTo>
                  <a:pt x="480350" y="288289"/>
                </a:moveTo>
                <a:lnTo>
                  <a:pt x="499100" y="240029"/>
                </a:lnTo>
                <a:lnTo>
                  <a:pt x="524876" y="224789"/>
                </a:lnTo>
                <a:lnTo>
                  <a:pt x="527176" y="224789"/>
                </a:lnTo>
                <a:lnTo>
                  <a:pt x="536164" y="223519"/>
                </a:lnTo>
                <a:lnTo>
                  <a:pt x="542179" y="228599"/>
                </a:lnTo>
                <a:lnTo>
                  <a:pt x="530136" y="228599"/>
                </a:lnTo>
                <a:lnTo>
                  <a:pt x="511939" y="234949"/>
                </a:lnTo>
                <a:lnTo>
                  <a:pt x="496201" y="250189"/>
                </a:lnTo>
                <a:lnTo>
                  <a:pt x="485693" y="267969"/>
                </a:lnTo>
                <a:lnTo>
                  <a:pt x="483119" y="275589"/>
                </a:lnTo>
                <a:lnTo>
                  <a:pt x="481043" y="281939"/>
                </a:lnTo>
                <a:lnTo>
                  <a:pt x="480350" y="288289"/>
                </a:lnTo>
                <a:close/>
              </a:path>
              <a:path w="565150" h="862329">
                <a:moveTo>
                  <a:pt x="453530" y="242569"/>
                </a:moveTo>
                <a:lnTo>
                  <a:pt x="145808" y="242569"/>
                </a:lnTo>
                <a:lnTo>
                  <a:pt x="150219" y="238759"/>
                </a:lnTo>
                <a:lnTo>
                  <a:pt x="147145" y="229869"/>
                </a:lnTo>
                <a:lnTo>
                  <a:pt x="150708" y="227329"/>
                </a:lnTo>
                <a:lnTo>
                  <a:pt x="157242" y="224789"/>
                </a:lnTo>
                <a:lnTo>
                  <a:pt x="165505" y="226059"/>
                </a:lnTo>
                <a:lnTo>
                  <a:pt x="174490" y="228599"/>
                </a:lnTo>
                <a:lnTo>
                  <a:pt x="183191" y="229869"/>
                </a:lnTo>
                <a:lnTo>
                  <a:pt x="451695" y="229869"/>
                </a:lnTo>
                <a:lnTo>
                  <a:pt x="453720" y="240029"/>
                </a:lnTo>
                <a:lnTo>
                  <a:pt x="453625" y="241299"/>
                </a:lnTo>
                <a:lnTo>
                  <a:pt x="453530" y="242569"/>
                </a:lnTo>
                <a:close/>
              </a:path>
              <a:path w="565150" h="862329">
                <a:moveTo>
                  <a:pt x="548020" y="237489"/>
                </a:moveTo>
                <a:lnTo>
                  <a:pt x="530136" y="228599"/>
                </a:lnTo>
                <a:lnTo>
                  <a:pt x="542179" y="228599"/>
                </a:lnTo>
                <a:lnTo>
                  <a:pt x="543683" y="229869"/>
                </a:lnTo>
                <a:lnTo>
                  <a:pt x="548020" y="237489"/>
                </a:lnTo>
                <a:close/>
              </a:path>
              <a:path w="565150" h="862329">
                <a:moveTo>
                  <a:pt x="217568" y="862329"/>
                </a:moveTo>
                <a:lnTo>
                  <a:pt x="170515" y="857249"/>
                </a:lnTo>
                <a:lnTo>
                  <a:pt x="125594" y="845819"/>
                </a:lnTo>
                <a:lnTo>
                  <a:pt x="83437" y="825499"/>
                </a:lnTo>
                <a:lnTo>
                  <a:pt x="44677" y="798829"/>
                </a:lnTo>
                <a:lnTo>
                  <a:pt x="9946" y="761999"/>
                </a:lnTo>
                <a:lnTo>
                  <a:pt x="0" y="685799"/>
                </a:lnTo>
                <a:lnTo>
                  <a:pt x="5790" y="629919"/>
                </a:lnTo>
                <a:lnTo>
                  <a:pt x="15257" y="572769"/>
                </a:lnTo>
                <a:lnTo>
                  <a:pt x="25774" y="524509"/>
                </a:lnTo>
                <a:lnTo>
                  <a:pt x="45646" y="459739"/>
                </a:lnTo>
                <a:lnTo>
                  <a:pt x="73644" y="394969"/>
                </a:lnTo>
                <a:lnTo>
                  <a:pt x="103011" y="340359"/>
                </a:lnTo>
                <a:lnTo>
                  <a:pt x="137016" y="288289"/>
                </a:lnTo>
                <a:lnTo>
                  <a:pt x="153854" y="273049"/>
                </a:lnTo>
                <a:lnTo>
                  <a:pt x="154081" y="270509"/>
                </a:lnTo>
                <a:lnTo>
                  <a:pt x="150448" y="262889"/>
                </a:lnTo>
                <a:lnTo>
                  <a:pt x="142054" y="262889"/>
                </a:lnTo>
                <a:lnTo>
                  <a:pt x="139491" y="255269"/>
                </a:lnTo>
                <a:lnTo>
                  <a:pt x="138993" y="246379"/>
                </a:lnTo>
                <a:lnTo>
                  <a:pt x="143146" y="241299"/>
                </a:lnTo>
                <a:lnTo>
                  <a:pt x="145808" y="242569"/>
                </a:lnTo>
                <a:lnTo>
                  <a:pt x="453530" y="242569"/>
                </a:lnTo>
                <a:lnTo>
                  <a:pt x="452672" y="253999"/>
                </a:lnTo>
                <a:lnTo>
                  <a:pt x="450521" y="256539"/>
                </a:lnTo>
                <a:lnTo>
                  <a:pt x="426819" y="256539"/>
                </a:lnTo>
                <a:lnTo>
                  <a:pt x="422700" y="259079"/>
                </a:lnTo>
                <a:lnTo>
                  <a:pt x="424294" y="267969"/>
                </a:lnTo>
                <a:lnTo>
                  <a:pt x="419584" y="274319"/>
                </a:lnTo>
                <a:lnTo>
                  <a:pt x="415841" y="278129"/>
                </a:lnTo>
                <a:lnTo>
                  <a:pt x="413284" y="281939"/>
                </a:lnTo>
                <a:lnTo>
                  <a:pt x="419787" y="285749"/>
                </a:lnTo>
                <a:lnTo>
                  <a:pt x="410781" y="285749"/>
                </a:lnTo>
                <a:lnTo>
                  <a:pt x="409721" y="289559"/>
                </a:lnTo>
                <a:lnTo>
                  <a:pt x="409741" y="294639"/>
                </a:lnTo>
                <a:lnTo>
                  <a:pt x="407019" y="299719"/>
                </a:lnTo>
                <a:lnTo>
                  <a:pt x="402822" y="300989"/>
                </a:lnTo>
                <a:lnTo>
                  <a:pt x="399531" y="311149"/>
                </a:lnTo>
                <a:lnTo>
                  <a:pt x="384419" y="327659"/>
                </a:lnTo>
                <a:lnTo>
                  <a:pt x="319081" y="327659"/>
                </a:lnTo>
                <a:lnTo>
                  <a:pt x="321545" y="339089"/>
                </a:lnTo>
                <a:lnTo>
                  <a:pt x="333463" y="350519"/>
                </a:lnTo>
                <a:lnTo>
                  <a:pt x="345939" y="363219"/>
                </a:lnTo>
                <a:lnTo>
                  <a:pt x="349156" y="372109"/>
                </a:lnTo>
                <a:lnTo>
                  <a:pt x="340371" y="372109"/>
                </a:lnTo>
                <a:lnTo>
                  <a:pt x="332276" y="374649"/>
                </a:lnTo>
                <a:lnTo>
                  <a:pt x="327483" y="378459"/>
                </a:lnTo>
                <a:lnTo>
                  <a:pt x="327569" y="388619"/>
                </a:lnTo>
                <a:lnTo>
                  <a:pt x="331667" y="394969"/>
                </a:lnTo>
                <a:lnTo>
                  <a:pt x="349027" y="416559"/>
                </a:lnTo>
                <a:lnTo>
                  <a:pt x="368659" y="443229"/>
                </a:lnTo>
                <a:lnTo>
                  <a:pt x="387830" y="468629"/>
                </a:lnTo>
                <a:lnTo>
                  <a:pt x="403807" y="492759"/>
                </a:lnTo>
                <a:lnTo>
                  <a:pt x="524502" y="492759"/>
                </a:lnTo>
                <a:lnTo>
                  <a:pt x="523019" y="500379"/>
                </a:lnTo>
                <a:lnTo>
                  <a:pt x="516014" y="523239"/>
                </a:lnTo>
                <a:lnTo>
                  <a:pt x="507012" y="544829"/>
                </a:lnTo>
                <a:lnTo>
                  <a:pt x="497063" y="561339"/>
                </a:lnTo>
                <a:lnTo>
                  <a:pt x="497895" y="563879"/>
                </a:lnTo>
                <a:lnTo>
                  <a:pt x="499333" y="563879"/>
                </a:lnTo>
                <a:lnTo>
                  <a:pt x="497887" y="568959"/>
                </a:lnTo>
                <a:lnTo>
                  <a:pt x="497406" y="570229"/>
                </a:lnTo>
                <a:lnTo>
                  <a:pt x="492837" y="570229"/>
                </a:lnTo>
                <a:lnTo>
                  <a:pt x="483392" y="585469"/>
                </a:lnTo>
                <a:lnTo>
                  <a:pt x="473268" y="600709"/>
                </a:lnTo>
                <a:lnTo>
                  <a:pt x="463335" y="615949"/>
                </a:lnTo>
                <a:lnTo>
                  <a:pt x="454463" y="628649"/>
                </a:lnTo>
                <a:lnTo>
                  <a:pt x="436262" y="679449"/>
                </a:lnTo>
                <a:lnTo>
                  <a:pt x="429691" y="742949"/>
                </a:lnTo>
                <a:lnTo>
                  <a:pt x="425504" y="798829"/>
                </a:lnTo>
                <a:lnTo>
                  <a:pt x="414452" y="826769"/>
                </a:lnTo>
                <a:lnTo>
                  <a:pt x="365195" y="843279"/>
                </a:lnTo>
                <a:lnTo>
                  <a:pt x="315540" y="854709"/>
                </a:lnTo>
                <a:lnTo>
                  <a:pt x="266120" y="861059"/>
                </a:lnTo>
                <a:lnTo>
                  <a:pt x="217568" y="862329"/>
                </a:lnTo>
                <a:close/>
              </a:path>
              <a:path w="565150" h="862329">
                <a:moveTo>
                  <a:pt x="440115" y="261619"/>
                </a:moveTo>
                <a:lnTo>
                  <a:pt x="432751" y="260349"/>
                </a:lnTo>
                <a:lnTo>
                  <a:pt x="426819" y="256539"/>
                </a:lnTo>
                <a:lnTo>
                  <a:pt x="450521" y="256539"/>
                </a:lnTo>
                <a:lnTo>
                  <a:pt x="447294" y="260349"/>
                </a:lnTo>
                <a:lnTo>
                  <a:pt x="440115" y="261619"/>
                </a:lnTo>
                <a:close/>
              </a:path>
              <a:path w="565150" h="862329">
                <a:moveTo>
                  <a:pt x="524502" y="492759"/>
                </a:moveTo>
                <a:lnTo>
                  <a:pt x="403807" y="492759"/>
                </a:lnTo>
                <a:lnTo>
                  <a:pt x="408144" y="488949"/>
                </a:lnTo>
                <a:lnTo>
                  <a:pt x="414264" y="482599"/>
                </a:lnTo>
                <a:lnTo>
                  <a:pt x="422630" y="473709"/>
                </a:lnTo>
                <a:lnTo>
                  <a:pt x="423729" y="472439"/>
                </a:lnTo>
                <a:lnTo>
                  <a:pt x="424786" y="471169"/>
                </a:lnTo>
                <a:lnTo>
                  <a:pt x="419564" y="466089"/>
                </a:lnTo>
                <a:lnTo>
                  <a:pt x="414373" y="458469"/>
                </a:lnTo>
                <a:lnTo>
                  <a:pt x="410362" y="448309"/>
                </a:lnTo>
                <a:lnTo>
                  <a:pt x="408679" y="434339"/>
                </a:lnTo>
                <a:lnTo>
                  <a:pt x="410403" y="420369"/>
                </a:lnTo>
                <a:lnTo>
                  <a:pt x="414591" y="412749"/>
                </a:lnTo>
                <a:lnTo>
                  <a:pt x="419190" y="402589"/>
                </a:lnTo>
                <a:lnTo>
                  <a:pt x="422146" y="382269"/>
                </a:lnTo>
                <a:lnTo>
                  <a:pt x="428237" y="382269"/>
                </a:lnTo>
                <a:lnTo>
                  <a:pt x="430200" y="370839"/>
                </a:lnTo>
                <a:lnTo>
                  <a:pt x="425801" y="368299"/>
                </a:lnTo>
                <a:lnTo>
                  <a:pt x="425846" y="367029"/>
                </a:lnTo>
                <a:lnTo>
                  <a:pt x="425936" y="364489"/>
                </a:lnTo>
                <a:lnTo>
                  <a:pt x="431215" y="364489"/>
                </a:lnTo>
                <a:lnTo>
                  <a:pt x="431959" y="360679"/>
                </a:lnTo>
                <a:lnTo>
                  <a:pt x="428914" y="359409"/>
                </a:lnTo>
                <a:lnTo>
                  <a:pt x="437681" y="332739"/>
                </a:lnTo>
                <a:lnTo>
                  <a:pt x="437627" y="326389"/>
                </a:lnTo>
                <a:lnTo>
                  <a:pt x="437508" y="312419"/>
                </a:lnTo>
                <a:lnTo>
                  <a:pt x="428503" y="297179"/>
                </a:lnTo>
                <a:lnTo>
                  <a:pt x="410777" y="285749"/>
                </a:lnTo>
                <a:lnTo>
                  <a:pt x="419787" y="285749"/>
                </a:lnTo>
                <a:lnTo>
                  <a:pt x="437129" y="295909"/>
                </a:lnTo>
                <a:lnTo>
                  <a:pt x="447568" y="314959"/>
                </a:lnTo>
                <a:lnTo>
                  <a:pt x="447776" y="322579"/>
                </a:lnTo>
                <a:lnTo>
                  <a:pt x="447880" y="326389"/>
                </a:lnTo>
                <a:lnTo>
                  <a:pt x="447983" y="330199"/>
                </a:lnTo>
                <a:lnTo>
                  <a:pt x="448087" y="334009"/>
                </a:lnTo>
                <a:lnTo>
                  <a:pt x="448191" y="337819"/>
                </a:lnTo>
                <a:lnTo>
                  <a:pt x="442587" y="361949"/>
                </a:lnTo>
                <a:lnTo>
                  <a:pt x="439609" y="361949"/>
                </a:lnTo>
                <a:lnTo>
                  <a:pt x="438459" y="367029"/>
                </a:lnTo>
                <a:lnTo>
                  <a:pt x="443602" y="369569"/>
                </a:lnTo>
                <a:lnTo>
                  <a:pt x="442045" y="372109"/>
                </a:lnTo>
                <a:lnTo>
                  <a:pt x="436902" y="372109"/>
                </a:lnTo>
                <a:lnTo>
                  <a:pt x="433721" y="384809"/>
                </a:lnTo>
                <a:lnTo>
                  <a:pt x="439473" y="386079"/>
                </a:lnTo>
                <a:lnTo>
                  <a:pt x="429593" y="414019"/>
                </a:lnTo>
                <a:lnTo>
                  <a:pt x="437282" y="417829"/>
                </a:lnTo>
                <a:lnTo>
                  <a:pt x="441223" y="420369"/>
                </a:lnTo>
                <a:lnTo>
                  <a:pt x="443899" y="424179"/>
                </a:lnTo>
                <a:lnTo>
                  <a:pt x="447797" y="426719"/>
                </a:lnTo>
                <a:lnTo>
                  <a:pt x="533611" y="426719"/>
                </a:lnTo>
                <a:lnTo>
                  <a:pt x="531261" y="429259"/>
                </a:lnTo>
                <a:lnTo>
                  <a:pt x="525951" y="435609"/>
                </a:lnTo>
                <a:lnTo>
                  <a:pt x="521966" y="440689"/>
                </a:lnTo>
                <a:lnTo>
                  <a:pt x="522763" y="445769"/>
                </a:lnTo>
                <a:lnTo>
                  <a:pt x="529105" y="447039"/>
                </a:lnTo>
                <a:lnTo>
                  <a:pt x="530425" y="457199"/>
                </a:lnTo>
                <a:lnTo>
                  <a:pt x="523134" y="462279"/>
                </a:lnTo>
                <a:lnTo>
                  <a:pt x="522497" y="471169"/>
                </a:lnTo>
                <a:lnTo>
                  <a:pt x="522406" y="472439"/>
                </a:lnTo>
                <a:lnTo>
                  <a:pt x="527752" y="472439"/>
                </a:lnTo>
                <a:lnTo>
                  <a:pt x="526974" y="480059"/>
                </a:lnTo>
                <a:lnTo>
                  <a:pt x="524502" y="492759"/>
                </a:lnTo>
                <a:close/>
              </a:path>
              <a:path w="565150" h="862329">
                <a:moveTo>
                  <a:pt x="365303" y="330199"/>
                </a:moveTo>
                <a:lnTo>
                  <a:pt x="343647" y="327659"/>
                </a:lnTo>
                <a:lnTo>
                  <a:pt x="384419" y="327659"/>
                </a:lnTo>
                <a:lnTo>
                  <a:pt x="375334" y="328929"/>
                </a:lnTo>
                <a:lnTo>
                  <a:pt x="365303" y="330199"/>
                </a:lnTo>
                <a:close/>
              </a:path>
              <a:path w="565150" h="862329">
                <a:moveTo>
                  <a:pt x="348637" y="380999"/>
                </a:moveTo>
                <a:lnTo>
                  <a:pt x="340371" y="372109"/>
                </a:lnTo>
                <a:lnTo>
                  <a:pt x="349156" y="372109"/>
                </a:lnTo>
                <a:lnTo>
                  <a:pt x="350075" y="374649"/>
                </a:lnTo>
                <a:lnTo>
                  <a:pt x="348637" y="380999"/>
                </a:lnTo>
                <a:close/>
              </a:path>
              <a:path w="565150" h="862329">
                <a:moveTo>
                  <a:pt x="548232" y="419099"/>
                </a:moveTo>
                <a:lnTo>
                  <a:pt x="542810" y="417829"/>
                </a:lnTo>
                <a:lnTo>
                  <a:pt x="548892" y="417829"/>
                </a:lnTo>
                <a:lnTo>
                  <a:pt x="548232" y="419099"/>
                </a:lnTo>
                <a:close/>
              </a:path>
              <a:path w="565150" h="862329">
                <a:moveTo>
                  <a:pt x="527752" y="472439"/>
                </a:moveTo>
                <a:lnTo>
                  <a:pt x="522406" y="472439"/>
                </a:lnTo>
                <a:lnTo>
                  <a:pt x="527882" y="471169"/>
                </a:lnTo>
                <a:lnTo>
                  <a:pt x="527752" y="472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290474" y="8740374"/>
            <a:ext cx="5438774" cy="82867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950534" y="8741127"/>
            <a:ext cx="803611" cy="798829"/>
          </a:xfrm>
          <a:prstGeom prst="rect">
            <a:avLst/>
          </a:prstGeom>
        </p:spPr>
      </p:pic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7221" rIns="0" bIns="0" rtlCol="0">
            <a:spAutoFit/>
          </a:bodyPr>
          <a:lstStyle/>
          <a:p>
            <a:pPr marL="139700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1"/>
          <p:cNvGrpSpPr/>
          <p:nvPr/>
        </p:nvGrpSpPr>
        <p:grpSpPr>
          <a:xfrm>
            <a:off x="350025" y="0"/>
            <a:ext cx="17938115" cy="1969135"/>
            <a:chOff x="350025" y="0"/>
            <a:chExt cx="17938115" cy="19691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025" y="92562"/>
              <a:ext cx="17935574" cy="18764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4130" y="0"/>
              <a:ext cx="3933824" cy="1885949"/>
            </a:xfrm>
            <a:prstGeom prst="rect">
              <a:avLst/>
            </a:prstGeom>
          </p:spPr>
        </p:pic>
      </p:grpSp>
      <p:grpSp>
        <p:nvGrpSpPr>
          <p:cNvPr id="2" name="object 2"/>
          <p:cNvGrpSpPr/>
          <p:nvPr/>
        </p:nvGrpSpPr>
        <p:grpSpPr>
          <a:xfrm>
            <a:off x="202505" y="2158638"/>
            <a:ext cx="18086070" cy="7869555"/>
            <a:chOff x="202505" y="2158638"/>
            <a:chExt cx="18086070" cy="7869555"/>
          </a:xfrm>
        </p:grpSpPr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505" y="2276561"/>
              <a:ext cx="5934074" cy="34575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9857" y="2158638"/>
              <a:ext cx="6019799" cy="3648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26804" y="2158638"/>
              <a:ext cx="6257924" cy="37909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853" y="5939523"/>
              <a:ext cx="5286374" cy="17621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67232" y="5802970"/>
              <a:ext cx="5457824" cy="19621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00682" y="5835110"/>
              <a:ext cx="5314949" cy="18954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853" y="7703077"/>
              <a:ext cx="15990386" cy="14954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633315" y="7532599"/>
              <a:ext cx="1654684" cy="2495549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2247899" cy="22478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32956" y="1665209"/>
            <a:ext cx="2209799" cy="714374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8437350" y="1502854"/>
            <a:ext cx="859790" cy="772160"/>
          </a:xfrm>
          <a:custGeom>
            <a:avLst/>
            <a:gdLst/>
            <a:ahLst/>
            <a:cxnLst/>
            <a:rect l="l" t="t" r="r" b="b"/>
            <a:pathLst>
              <a:path w="859790" h="772160">
                <a:moveTo>
                  <a:pt x="225532" y="767079"/>
                </a:moveTo>
                <a:lnTo>
                  <a:pt x="181220" y="767079"/>
                </a:lnTo>
                <a:lnTo>
                  <a:pt x="159090" y="764539"/>
                </a:lnTo>
                <a:lnTo>
                  <a:pt x="118339" y="753109"/>
                </a:lnTo>
                <a:lnTo>
                  <a:pt x="83036" y="736599"/>
                </a:lnTo>
                <a:lnTo>
                  <a:pt x="41742" y="701039"/>
                </a:lnTo>
                <a:lnTo>
                  <a:pt x="14011" y="654049"/>
                </a:lnTo>
                <a:lnTo>
                  <a:pt x="877" y="600709"/>
                </a:lnTo>
                <a:lnTo>
                  <a:pt x="0" y="582929"/>
                </a:lnTo>
                <a:lnTo>
                  <a:pt x="1135" y="561339"/>
                </a:lnTo>
                <a:lnTo>
                  <a:pt x="10221" y="520699"/>
                </a:lnTo>
                <a:lnTo>
                  <a:pt x="27961" y="483869"/>
                </a:lnTo>
                <a:lnTo>
                  <a:pt x="51844" y="450849"/>
                </a:lnTo>
                <a:lnTo>
                  <a:pt x="81144" y="421639"/>
                </a:lnTo>
                <a:lnTo>
                  <a:pt x="114099" y="394969"/>
                </a:lnTo>
                <a:lnTo>
                  <a:pt x="167915" y="360679"/>
                </a:lnTo>
                <a:lnTo>
                  <a:pt x="203489" y="341629"/>
                </a:lnTo>
                <a:lnTo>
                  <a:pt x="192260" y="330199"/>
                </a:lnTo>
                <a:lnTo>
                  <a:pt x="181418" y="318769"/>
                </a:lnTo>
                <a:lnTo>
                  <a:pt x="170968" y="308609"/>
                </a:lnTo>
                <a:lnTo>
                  <a:pt x="160914" y="298449"/>
                </a:lnTo>
                <a:lnTo>
                  <a:pt x="134244" y="269239"/>
                </a:lnTo>
                <a:lnTo>
                  <a:pt x="119745" y="247649"/>
                </a:lnTo>
                <a:lnTo>
                  <a:pt x="113545" y="237489"/>
                </a:lnTo>
                <a:lnTo>
                  <a:pt x="99442" y="200659"/>
                </a:lnTo>
                <a:lnTo>
                  <a:pt x="94605" y="157479"/>
                </a:lnTo>
                <a:lnTo>
                  <a:pt x="94555" y="152399"/>
                </a:lnTo>
                <a:lnTo>
                  <a:pt x="95483" y="137159"/>
                </a:lnTo>
                <a:lnTo>
                  <a:pt x="110559" y="91439"/>
                </a:lnTo>
                <a:lnTo>
                  <a:pt x="139948" y="53339"/>
                </a:lnTo>
                <a:lnTo>
                  <a:pt x="179074" y="24129"/>
                </a:lnTo>
                <a:lnTo>
                  <a:pt x="240970" y="2539"/>
                </a:lnTo>
                <a:lnTo>
                  <a:pt x="256962" y="0"/>
                </a:lnTo>
                <a:lnTo>
                  <a:pt x="286975" y="0"/>
                </a:lnTo>
                <a:lnTo>
                  <a:pt x="328041" y="7619"/>
                </a:lnTo>
                <a:lnTo>
                  <a:pt x="360623" y="21589"/>
                </a:lnTo>
                <a:lnTo>
                  <a:pt x="254309" y="21589"/>
                </a:lnTo>
                <a:lnTo>
                  <a:pt x="245285" y="22859"/>
                </a:lnTo>
                <a:lnTo>
                  <a:pt x="209922" y="39369"/>
                </a:lnTo>
                <a:lnTo>
                  <a:pt x="204793" y="45719"/>
                </a:lnTo>
                <a:lnTo>
                  <a:pt x="200316" y="50799"/>
                </a:lnTo>
                <a:lnTo>
                  <a:pt x="196414" y="57149"/>
                </a:lnTo>
                <a:lnTo>
                  <a:pt x="193039" y="64769"/>
                </a:lnTo>
                <a:lnTo>
                  <a:pt x="190186" y="71119"/>
                </a:lnTo>
                <a:lnTo>
                  <a:pt x="183750" y="103996"/>
                </a:lnTo>
                <a:lnTo>
                  <a:pt x="183692" y="105409"/>
                </a:lnTo>
                <a:lnTo>
                  <a:pt x="183951" y="115569"/>
                </a:lnTo>
                <a:lnTo>
                  <a:pt x="183983" y="116839"/>
                </a:lnTo>
                <a:lnTo>
                  <a:pt x="184080" y="120649"/>
                </a:lnTo>
                <a:lnTo>
                  <a:pt x="193625" y="166369"/>
                </a:lnTo>
                <a:lnTo>
                  <a:pt x="220721" y="209549"/>
                </a:lnTo>
                <a:lnTo>
                  <a:pt x="249625" y="241299"/>
                </a:lnTo>
                <a:lnTo>
                  <a:pt x="271813" y="260349"/>
                </a:lnTo>
                <a:lnTo>
                  <a:pt x="297890" y="283209"/>
                </a:lnTo>
                <a:lnTo>
                  <a:pt x="321592" y="283209"/>
                </a:lnTo>
                <a:lnTo>
                  <a:pt x="319969" y="284479"/>
                </a:lnTo>
                <a:lnTo>
                  <a:pt x="313026" y="288289"/>
                </a:lnTo>
                <a:lnTo>
                  <a:pt x="307257" y="292099"/>
                </a:lnTo>
                <a:lnTo>
                  <a:pt x="323016" y="304799"/>
                </a:lnTo>
                <a:lnTo>
                  <a:pt x="338131" y="317499"/>
                </a:lnTo>
                <a:lnTo>
                  <a:pt x="352604" y="331469"/>
                </a:lnTo>
                <a:lnTo>
                  <a:pt x="366436" y="344169"/>
                </a:lnTo>
                <a:lnTo>
                  <a:pt x="373759" y="351789"/>
                </a:lnTo>
                <a:lnTo>
                  <a:pt x="214907" y="351789"/>
                </a:lnTo>
                <a:lnTo>
                  <a:pt x="206017" y="359409"/>
                </a:lnTo>
                <a:lnTo>
                  <a:pt x="178563" y="386079"/>
                </a:lnTo>
                <a:lnTo>
                  <a:pt x="152285" y="417829"/>
                </a:lnTo>
                <a:lnTo>
                  <a:pt x="130166" y="454659"/>
                </a:lnTo>
                <a:lnTo>
                  <a:pt x="114563" y="496569"/>
                </a:lnTo>
                <a:lnTo>
                  <a:pt x="109011" y="541019"/>
                </a:lnTo>
                <a:lnTo>
                  <a:pt x="109606" y="554989"/>
                </a:lnTo>
                <a:lnTo>
                  <a:pt x="119384" y="600709"/>
                </a:lnTo>
                <a:lnTo>
                  <a:pt x="140211" y="638809"/>
                </a:lnTo>
                <a:lnTo>
                  <a:pt x="171033" y="669289"/>
                </a:lnTo>
                <a:lnTo>
                  <a:pt x="210034" y="688339"/>
                </a:lnTo>
                <a:lnTo>
                  <a:pt x="239622" y="694689"/>
                </a:lnTo>
                <a:lnTo>
                  <a:pt x="385276" y="694689"/>
                </a:lnTo>
                <a:lnTo>
                  <a:pt x="370906" y="706119"/>
                </a:lnTo>
                <a:lnTo>
                  <a:pt x="339304" y="727709"/>
                </a:lnTo>
                <a:lnTo>
                  <a:pt x="304267" y="745489"/>
                </a:lnTo>
                <a:lnTo>
                  <a:pt x="266014" y="759459"/>
                </a:lnTo>
                <a:lnTo>
                  <a:pt x="246031" y="764539"/>
                </a:lnTo>
                <a:lnTo>
                  <a:pt x="225532" y="767079"/>
                </a:lnTo>
                <a:close/>
              </a:path>
              <a:path w="859790" h="772160">
                <a:moveTo>
                  <a:pt x="321592" y="283209"/>
                </a:moveTo>
                <a:lnTo>
                  <a:pt x="297890" y="283209"/>
                </a:lnTo>
                <a:lnTo>
                  <a:pt x="310445" y="269239"/>
                </a:lnTo>
                <a:lnTo>
                  <a:pt x="321118" y="255269"/>
                </a:lnTo>
                <a:lnTo>
                  <a:pt x="342048" y="209549"/>
                </a:lnTo>
                <a:lnTo>
                  <a:pt x="348721" y="153669"/>
                </a:lnTo>
                <a:lnTo>
                  <a:pt x="348767" y="152399"/>
                </a:lnTo>
                <a:lnTo>
                  <a:pt x="348343" y="139699"/>
                </a:lnTo>
                <a:lnTo>
                  <a:pt x="347074" y="128269"/>
                </a:lnTo>
                <a:lnTo>
                  <a:pt x="344963" y="116839"/>
                </a:lnTo>
                <a:lnTo>
                  <a:pt x="342308" y="105409"/>
                </a:lnTo>
                <a:lnTo>
                  <a:pt x="342030" y="104133"/>
                </a:lnTo>
                <a:lnTo>
                  <a:pt x="322835" y="63499"/>
                </a:lnTo>
                <a:lnTo>
                  <a:pt x="292723" y="33019"/>
                </a:lnTo>
                <a:lnTo>
                  <a:pt x="254309" y="21589"/>
                </a:lnTo>
                <a:lnTo>
                  <a:pt x="360623" y="21589"/>
                </a:lnTo>
                <a:lnTo>
                  <a:pt x="395639" y="50799"/>
                </a:lnTo>
                <a:lnTo>
                  <a:pt x="416978" y="86359"/>
                </a:lnTo>
                <a:lnTo>
                  <a:pt x="424571" y="130809"/>
                </a:lnTo>
                <a:lnTo>
                  <a:pt x="423660" y="147319"/>
                </a:lnTo>
                <a:lnTo>
                  <a:pt x="410037" y="191769"/>
                </a:lnTo>
                <a:lnTo>
                  <a:pt x="385609" y="228599"/>
                </a:lnTo>
                <a:lnTo>
                  <a:pt x="356961" y="257809"/>
                </a:lnTo>
                <a:lnTo>
                  <a:pt x="337369" y="271779"/>
                </a:lnTo>
                <a:lnTo>
                  <a:pt x="328084" y="278129"/>
                </a:lnTo>
                <a:lnTo>
                  <a:pt x="321592" y="283209"/>
                </a:lnTo>
                <a:close/>
              </a:path>
              <a:path w="859790" h="772160">
                <a:moveTo>
                  <a:pt x="533926" y="532129"/>
                </a:moveTo>
                <a:lnTo>
                  <a:pt x="514907" y="532129"/>
                </a:lnTo>
                <a:lnTo>
                  <a:pt x="526678" y="516889"/>
                </a:lnTo>
                <a:lnTo>
                  <a:pt x="538128" y="501649"/>
                </a:lnTo>
                <a:lnTo>
                  <a:pt x="549254" y="486409"/>
                </a:lnTo>
                <a:lnTo>
                  <a:pt x="560056" y="471169"/>
                </a:lnTo>
                <a:lnTo>
                  <a:pt x="570369" y="457199"/>
                </a:lnTo>
                <a:lnTo>
                  <a:pt x="580033" y="441959"/>
                </a:lnTo>
                <a:lnTo>
                  <a:pt x="589050" y="427989"/>
                </a:lnTo>
                <a:lnTo>
                  <a:pt x="605046" y="401319"/>
                </a:lnTo>
                <a:lnTo>
                  <a:pt x="622855" y="365759"/>
                </a:lnTo>
                <a:lnTo>
                  <a:pt x="632105" y="330199"/>
                </a:lnTo>
                <a:lnTo>
                  <a:pt x="632202" y="328929"/>
                </a:lnTo>
                <a:lnTo>
                  <a:pt x="613799" y="288289"/>
                </a:lnTo>
                <a:lnTo>
                  <a:pt x="578474" y="273049"/>
                </a:lnTo>
                <a:lnTo>
                  <a:pt x="533058" y="266699"/>
                </a:lnTo>
                <a:lnTo>
                  <a:pt x="521119" y="266699"/>
                </a:lnTo>
                <a:lnTo>
                  <a:pt x="509181" y="265429"/>
                </a:lnTo>
                <a:lnTo>
                  <a:pt x="497239" y="265429"/>
                </a:lnTo>
                <a:lnTo>
                  <a:pt x="497239" y="252729"/>
                </a:lnTo>
                <a:lnTo>
                  <a:pt x="859553" y="243839"/>
                </a:lnTo>
                <a:lnTo>
                  <a:pt x="859553" y="256539"/>
                </a:lnTo>
                <a:lnTo>
                  <a:pt x="833206" y="261619"/>
                </a:lnTo>
                <a:lnTo>
                  <a:pt x="808158" y="269239"/>
                </a:lnTo>
                <a:lnTo>
                  <a:pt x="761959" y="292099"/>
                </a:lnTo>
                <a:lnTo>
                  <a:pt x="719522" y="322579"/>
                </a:lnTo>
                <a:lnTo>
                  <a:pt x="679421" y="359409"/>
                </a:lnTo>
                <a:lnTo>
                  <a:pt x="640884" y="401319"/>
                </a:lnTo>
                <a:lnTo>
                  <a:pt x="603115" y="447039"/>
                </a:lnTo>
                <a:lnTo>
                  <a:pt x="584171" y="471169"/>
                </a:lnTo>
                <a:lnTo>
                  <a:pt x="564703" y="495299"/>
                </a:lnTo>
                <a:lnTo>
                  <a:pt x="544716" y="519429"/>
                </a:lnTo>
                <a:lnTo>
                  <a:pt x="533926" y="532129"/>
                </a:lnTo>
                <a:close/>
              </a:path>
              <a:path w="859790" h="772160">
                <a:moveTo>
                  <a:pt x="385276" y="694689"/>
                </a:moveTo>
                <a:lnTo>
                  <a:pt x="271032" y="694689"/>
                </a:lnTo>
                <a:lnTo>
                  <a:pt x="299575" y="692149"/>
                </a:lnTo>
                <a:lnTo>
                  <a:pt x="312482" y="689609"/>
                </a:lnTo>
                <a:lnTo>
                  <a:pt x="358676" y="674369"/>
                </a:lnTo>
                <a:lnTo>
                  <a:pt x="399683" y="650239"/>
                </a:lnTo>
                <a:lnTo>
                  <a:pt x="409672" y="641349"/>
                </a:lnTo>
                <a:lnTo>
                  <a:pt x="419926" y="633729"/>
                </a:lnTo>
                <a:lnTo>
                  <a:pt x="430441" y="624839"/>
                </a:lnTo>
                <a:lnTo>
                  <a:pt x="441213" y="614679"/>
                </a:lnTo>
                <a:lnTo>
                  <a:pt x="434530" y="603249"/>
                </a:lnTo>
                <a:lnTo>
                  <a:pt x="427977" y="593089"/>
                </a:lnTo>
                <a:lnTo>
                  <a:pt x="421554" y="582929"/>
                </a:lnTo>
                <a:lnTo>
                  <a:pt x="396241" y="546099"/>
                </a:lnTo>
                <a:lnTo>
                  <a:pt x="383168" y="529589"/>
                </a:lnTo>
                <a:lnTo>
                  <a:pt x="376291" y="520699"/>
                </a:lnTo>
                <a:lnTo>
                  <a:pt x="369160" y="511809"/>
                </a:lnTo>
                <a:lnTo>
                  <a:pt x="361772" y="502919"/>
                </a:lnTo>
                <a:lnTo>
                  <a:pt x="354014" y="492759"/>
                </a:lnTo>
                <a:lnTo>
                  <a:pt x="345806" y="482599"/>
                </a:lnTo>
                <a:lnTo>
                  <a:pt x="328041" y="461009"/>
                </a:lnTo>
                <a:lnTo>
                  <a:pt x="322555" y="454659"/>
                </a:lnTo>
                <a:lnTo>
                  <a:pt x="316488" y="448309"/>
                </a:lnTo>
                <a:lnTo>
                  <a:pt x="309840" y="440689"/>
                </a:lnTo>
                <a:lnTo>
                  <a:pt x="279450" y="410209"/>
                </a:lnTo>
                <a:lnTo>
                  <a:pt x="255637" y="388619"/>
                </a:lnTo>
                <a:lnTo>
                  <a:pt x="247920" y="380999"/>
                </a:lnTo>
                <a:lnTo>
                  <a:pt x="240336" y="374649"/>
                </a:lnTo>
                <a:lnTo>
                  <a:pt x="220383" y="356869"/>
                </a:lnTo>
                <a:lnTo>
                  <a:pt x="214907" y="351789"/>
                </a:lnTo>
                <a:lnTo>
                  <a:pt x="373759" y="351789"/>
                </a:lnTo>
                <a:lnTo>
                  <a:pt x="406340" y="386079"/>
                </a:lnTo>
                <a:lnTo>
                  <a:pt x="433623" y="417829"/>
                </a:lnTo>
                <a:lnTo>
                  <a:pt x="460358" y="452119"/>
                </a:lnTo>
                <a:lnTo>
                  <a:pt x="472855" y="468629"/>
                </a:lnTo>
                <a:lnTo>
                  <a:pt x="484626" y="485139"/>
                </a:lnTo>
                <a:lnTo>
                  <a:pt x="505651" y="516889"/>
                </a:lnTo>
                <a:lnTo>
                  <a:pt x="514907" y="532129"/>
                </a:lnTo>
                <a:lnTo>
                  <a:pt x="533926" y="532129"/>
                </a:lnTo>
                <a:lnTo>
                  <a:pt x="557444" y="586739"/>
                </a:lnTo>
                <a:lnTo>
                  <a:pt x="590727" y="626109"/>
                </a:lnTo>
                <a:lnTo>
                  <a:pt x="448471" y="626109"/>
                </a:lnTo>
                <a:lnTo>
                  <a:pt x="441072" y="636269"/>
                </a:lnTo>
                <a:lnTo>
                  <a:pt x="432377" y="647699"/>
                </a:lnTo>
                <a:lnTo>
                  <a:pt x="422386" y="659129"/>
                </a:lnTo>
                <a:lnTo>
                  <a:pt x="398673" y="683259"/>
                </a:lnTo>
                <a:lnTo>
                  <a:pt x="385276" y="694689"/>
                </a:lnTo>
                <a:close/>
              </a:path>
              <a:path w="859790" h="772160">
                <a:moveTo>
                  <a:pt x="802119" y="703579"/>
                </a:moveTo>
                <a:lnTo>
                  <a:pt x="726661" y="703579"/>
                </a:lnTo>
                <a:lnTo>
                  <a:pt x="746775" y="701039"/>
                </a:lnTo>
                <a:lnTo>
                  <a:pt x="756349" y="698499"/>
                </a:lnTo>
                <a:lnTo>
                  <a:pt x="791391" y="680719"/>
                </a:lnTo>
                <a:lnTo>
                  <a:pt x="820948" y="654049"/>
                </a:lnTo>
                <a:lnTo>
                  <a:pt x="827370" y="647699"/>
                </a:lnTo>
                <a:lnTo>
                  <a:pt x="833274" y="640079"/>
                </a:lnTo>
                <a:lnTo>
                  <a:pt x="838529" y="633729"/>
                </a:lnTo>
                <a:lnTo>
                  <a:pt x="843135" y="626109"/>
                </a:lnTo>
                <a:lnTo>
                  <a:pt x="847090" y="619759"/>
                </a:lnTo>
                <a:lnTo>
                  <a:pt x="856437" y="624839"/>
                </a:lnTo>
                <a:lnTo>
                  <a:pt x="852050" y="634999"/>
                </a:lnTo>
                <a:lnTo>
                  <a:pt x="829963" y="671829"/>
                </a:lnTo>
                <a:lnTo>
                  <a:pt x="808804" y="697229"/>
                </a:lnTo>
                <a:lnTo>
                  <a:pt x="802119" y="703579"/>
                </a:lnTo>
                <a:close/>
              </a:path>
              <a:path w="859790" h="772160">
                <a:moveTo>
                  <a:pt x="670965" y="772159"/>
                </a:moveTo>
                <a:lnTo>
                  <a:pt x="636161" y="772159"/>
                </a:lnTo>
                <a:lnTo>
                  <a:pt x="620000" y="769619"/>
                </a:lnTo>
                <a:lnTo>
                  <a:pt x="575334" y="754379"/>
                </a:lnTo>
                <a:lnTo>
                  <a:pt x="535150" y="727709"/>
                </a:lnTo>
                <a:lnTo>
                  <a:pt x="499037" y="693419"/>
                </a:lnTo>
                <a:lnTo>
                  <a:pt x="467146" y="654049"/>
                </a:lnTo>
                <a:lnTo>
                  <a:pt x="448471" y="626109"/>
                </a:lnTo>
                <a:lnTo>
                  <a:pt x="590727" y="626109"/>
                </a:lnTo>
                <a:lnTo>
                  <a:pt x="604160" y="640079"/>
                </a:lnTo>
                <a:lnTo>
                  <a:pt x="631271" y="665479"/>
                </a:lnTo>
                <a:lnTo>
                  <a:pt x="673217" y="693419"/>
                </a:lnTo>
                <a:lnTo>
                  <a:pt x="726661" y="703579"/>
                </a:lnTo>
                <a:lnTo>
                  <a:pt x="802119" y="703579"/>
                </a:lnTo>
                <a:lnTo>
                  <a:pt x="796770" y="708659"/>
                </a:lnTo>
                <a:lnTo>
                  <a:pt x="755089" y="741679"/>
                </a:lnTo>
                <a:lnTo>
                  <a:pt x="706002" y="764539"/>
                </a:lnTo>
                <a:lnTo>
                  <a:pt x="688643" y="769619"/>
                </a:lnTo>
                <a:lnTo>
                  <a:pt x="670965" y="772159"/>
                </a:lnTo>
                <a:close/>
              </a:path>
            </a:pathLst>
          </a:custGeom>
          <a:solidFill>
            <a:srgbClr val="959E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62597" y="1495477"/>
            <a:ext cx="1781174" cy="124777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676114" y="3010572"/>
            <a:ext cx="919480" cy="918210"/>
          </a:xfrm>
          <a:custGeom>
            <a:avLst/>
            <a:gdLst/>
            <a:ahLst/>
            <a:cxnLst/>
            <a:rect l="l" t="t" r="r" b="b"/>
            <a:pathLst>
              <a:path w="919479" h="918210">
                <a:moveTo>
                  <a:pt x="716889" y="454380"/>
                </a:moveTo>
                <a:lnTo>
                  <a:pt x="687438" y="420662"/>
                </a:lnTo>
                <a:lnTo>
                  <a:pt x="677049" y="419608"/>
                </a:lnTo>
                <a:lnTo>
                  <a:pt x="525386" y="419608"/>
                </a:lnTo>
                <a:lnTo>
                  <a:pt x="520077" y="411937"/>
                </a:lnTo>
                <a:lnTo>
                  <a:pt x="513981" y="405041"/>
                </a:lnTo>
                <a:lnTo>
                  <a:pt x="507085" y="398945"/>
                </a:lnTo>
                <a:lnTo>
                  <a:pt x="499402" y="393636"/>
                </a:lnTo>
                <a:lnTo>
                  <a:pt x="499402" y="174536"/>
                </a:lnTo>
                <a:lnTo>
                  <a:pt x="469836" y="140881"/>
                </a:lnTo>
                <a:lnTo>
                  <a:pt x="464743" y="139865"/>
                </a:lnTo>
                <a:lnTo>
                  <a:pt x="454139" y="139865"/>
                </a:lnTo>
                <a:lnTo>
                  <a:pt x="420497" y="169430"/>
                </a:lnTo>
                <a:lnTo>
                  <a:pt x="419481" y="174536"/>
                </a:lnTo>
                <a:lnTo>
                  <a:pt x="419481" y="393636"/>
                </a:lnTo>
                <a:lnTo>
                  <a:pt x="414401" y="396633"/>
                </a:lnTo>
                <a:lnTo>
                  <a:pt x="388302" y="427888"/>
                </a:lnTo>
                <a:lnTo>
                  <a:pt x="381266" y="462216"/>
                </a:lnTo>
                <a:lnTo>
                  <a:pt x="382460" y="473951"/>
                </a:lnTo>
                <a:lnTo>
                  <a:pt x="399935" y="510743"/>
                </a:lnTo>
                <a:lnTo>
                  <a:pt x="439343" y="535305"/>
                </a:lnTo>
                <a:lnTo>
                  <a:pt x="456806" y="537756"/>
                </a:lnTo>
                <a:lnTo>
                  <a:pt x="462661" y="537679"/>
                </a:lnTo>
                <a:lnTo>
                  <a:pt x="506209" y="521589"/>
                </a:lnTo>
                <a:lnTo>
                  <a:pt x="525386" y="499541"/>
                </a:lnTo>
                <a:lnTo>
                  <a:pt x="682142" y="499554"/>
                </a:lnTo>
                <a:lnTo>
                  <a:pt x="715835" y="470065"/>
                </a:lnTo>
                <a:lnTo>
                  <a:pt x="716864" y="464972"/>
                </a:lnTo>
                <a:lnTo>
                  <a:pt x="716889" y="454380"/>
                </a:lnTo>
                <a:close/>
              </a:path>
              <a:path w="919479" h="918210">
                <a:moveTo>
                  <a:pt x="918883" y="447040"/>
                </a:moveTo>
                <a:lnTo>
                  <a:pt x="915568" y="402590"/>
                </a:lnTo>
                <a:lnTo>
                  <a:pt x="907859" y="358140"/>
                </a:lnTo>
                <a:lnTo>
                  <a:pt x="902373" y="336550"/>
                </a:lnTo>
                <a:lnTo>
                  <a:pt x="899236" y="325120"/>
                </a:lnTo>
                <a:lnTo>
                  <a:pt x="895832" y="314960"/>
                </a:lnTo>
                <a:lnTo>
                  <a:pt x="892162" y="303530"/>
                </a:lnTo>
                <a:lnTo>
                  <a:pt x="888225" y="293370"/>
                </a:lnTo>
                <a:lnTo>
                  <a:pt x="869950" y="252730"/>
                </a:lnTo>
                <a:lnTo>
                  <a:pt x="847725" y="213360"/>
                </a:lnTo>
                <a:lnTo>
                  <a:pt x="841565" y="203200"/>
                </a:lnTo>
                <a:lnTo>
                  <a:pt x="838936" y="199542"/>
                </a:lnTo>
                <a:lnTo>
                  <a:pt x="838936" y="469900"/>
                </a:lnTo>
                <a:lnTo>
                  <a:pt x="838644" y="477520"/>
                </a:lnTo>
                <a:lnTo>
                  <a:pt x="831799" y="533400"/>
                </a:lnTo>
                <a:lnTo>
                  <a:pt x="819937" y="577850"/>
                </a:lnTo>
                <a:lnTo>
                  <a:pt x="802640" y="621030"/>
                </a:lnTo>
                <a:lnTo>
                  <a:pt x="798563" y="629920"/>
                </a:lnTo>
                <a:lnTo>
                  <a:pt x="794270" y="637540"/>
                </a:lnTo>
                <a:lnTo>
                  <a:pt x="789774" y="646430"/>
                </a:lnTo>
                <a:lnTo>
                  <a:pt x="785088" y="654050"/>
                </a:lnTo>
                <a:lnTo>
                  <a:pt x="780199" y="661670"/>
                </a:lnTo>
                <a:lnTo>
                  <a:pt x="775119" y="669290"/>
                </a:lnTo>
                <a:lnTo>
                  <a:pt x="769835" y="678180"/>
                </a:lnTo>
                <a:lnTo>
                  <a:pt x="764387" y="684530"/>
                </a:lnTo>
                <a:lnTo>
                  <a:pt x="758748" y="692150"/>
                </a:lnTo>
                <a:lnTo>
                  <a:pt x="752919" y="699770"/>
                </a:lnTo>
                <a:lnTo>
                  <a:pt x="746912" y="707390"/>
                </a:lnTo>
                <a:lnTo>
                  <a:pt x="740752" y="713740"/>
                </a:lnTo>
                <a:lnTo>
                  <a:pt x="734402" y="721360"/>
                </a:lnTo>
                <a:lnTo>
                  <a:pt x="700290" y="751840"/>
                </a:lnTo>
                <a:lnTo>
                  <a:pt x="693013" y="758190"/>
                </a:lnTo>
                <a:lnTo>
                  <a:pt x="685596" y="763270"/>
                </a:lnTo>
                <a:lnTo>
                  <a:pt x="678053" y="769620"/>
                </a:lnTo>
                <a:lnTo>
                  <a:pt x="670369" y="774700"/>
                </a:lnTo>
                <a:lnTo>
                  <a:pt x="654621" y="784860"/>
                </a:lnTo>
                <a:lnTo>
                  <a:pt x="646569" y="788670"/>
                </a:lnTo>
                <a:lnTo>
                  <a:pt x="638416" y="793750"/>
                </a:lnTo>
                <a:lnTo>
                  <a:pt x="630135" y="797560"/>
                </a:lnTo>
                <a:lnTo>
                  <a:pt x="621766" y="802640"/>
                </a:lnTo>
                <a:lnTo>
                  <a:pt x="604735" y="810260"/>
                </a:lnTo>
                <a:lnTo>
                  <a:pt x="596074" y="812800"/>
                </a:lnTo>
                <a:lnTo>
                  <a:pt x="587349" y="816610"/>
                </a:lnTo>
                <a:lnTo>
                  <a:pt x="533514" y="831850"/>
                </a:lnTo>
                <a:lnTo>
                  <a:pt x="487362" y="838200"/>
                </a:lnTo>
                <a:lnTo>
                  <a:pt x="431520" y="838200"/>
                </a:lnTo>
                <a:lnTo>
                  <a:pt x="385381" y="831850"/>
                </a:lnTo>
                <a:lnTo>
                  <a:pt x="331546" y="816610"/>
                </a:lnTo>
                <a:lnTo>
                  <a:pt x="322808" y="812800"/>
                </a:lnTo>
                <a:lnTo>
                  <a:pt x="314159" y="810260"/>
                </a:lnTo>
                <a:lnTo>
                  <a:pt x="297116" y="802640"/>
                </a:lnTo>
                <a:lnTo>
                  <a:pt x="288747" y="797560"/>
                </a:lnTo>
                <a:lnTo>
                  <a:pt x="280479" y="793750"/>
                </a:lnTo>
                <a:lnTo>
                  <a:pt x="272313" y="788670"/>
                </a:lnTo>
                <a:lnTo>
                  <a:pt x="264261" y="784860"/>
                </a:lnTo>
                <a:lnTo>
                  <a:pt x="248513" y="774700"/>
                </a:lnTo>
                <a:lnTo>
                  <a:pt x="240830" y="769620"/>
                </a:lnTo>
                <a:lnTo>
                  <a:pt x="233286" y="763270"/>
                </a:lnTo>
                <a:lnTo>
                  <a:pt x="225869" y="758190"/>
                </a:lnTo>
                <a:lnTo>
                  <a:pt x="218592" y="751840"/>
                </a:lnTo>
                <a:lnTo>
                  <a:pt x="211455" y="746760"/>
                </a:lnTo>
                <a:lnTo>
                  <a:pt x="204482" y="740410"/>
                </a:lnTo>
                <a:lnTo>
                  <a:pt x="197662" y="734060"/>
                </a:lnTo>
                <a:lnTo>
                  <a:pt x="190982" y="727710"/>
                </a:lnTo>
                <a:lnTo>
                  <a:pt x="184480" y="721360"/>
                </a:lnTo>
                <a:lnTo>
                  <a:pt x="178142" y="713740"/>
                </a:lnTo>
                <a:lnTo>
                  <a:pt x="171970" y="707390"/>
                </a:lnTo>
                <a:lnTo>
                  <a:pt x="165963" y="699770"/>
                </a:lnTo>
                <a:lnTo>
                  <a:pt x="160147" y="692150"/>
                </a:lnTo>
                <a:lnTo>
                  <a:pt x="154495" y="684530"/>
                </a:lnTo>
                <a:lnTo>
                  <a:pt x="149047" y="678180"/>
                </a:lnTo>
                <a:lnTo>
                  <a:pt x="143776" y="669290"/>
                </a:lnTo>
                <a:lnTo>
                  <a:pt x="138684" y="661670"/>
                </a:lnTo>
                <a:lnTo>
                  <a:pt x="133807" y="654050"/>
                </a:lnTo>
                <a:lnTo>
                  <a:pt x="129108" y="646430"/>
                </a:lnTo>
                <a:lnTo>
                  <a:pt x="124612" y="637540"/>
                </a:lnTo>
                <a:lnTo>
                  <a:pt x="120319" y="629920"/>
                </a:lnTo>
                <a:lnTo>
                  <a:pt x="116243" y="621030"/>
                </a:lnTo>
                <a:lnTo>
                  <a:pt x="112356" y="613410"/>
                </a:lnTo>
                <a:lnTo>
                  <a:pt x="108686" y="604520"/>
                </a:lnTo>
                <a:lnTo>
                  <a:pt x="93535" y="560070"/>
                </a:lnTo>
                <a:lnTo>
                  <a:pt x="83896" y="514350"/>
                </a:lnTo>
                <a:lnTo>
                  <a:pt x="79946" y="469900"/>
                </a:lnTo>
                <a:lnTo>
                  <a:pt x="79997" y="447040"/>
                </a:lnTo>
                <a:lnTo>
                  <a:pt x="83896" y="403860"/>
                </a:lnTo>
                <a:lnTo>
                  <a:pt x="93535" y="358140"/>
                </a:lnTo>
                <a:lnTo>
                  <a:pt x="108686" y="313690"/>
                </a:lnTo>
                <a:lnTo>
                  <a:pt x="116243" y="297180"/>
                </a:lnTo>
                <a:lnTo>
                  <a:pt x="120319" y="288290"/>
                </a:lnTo>
                <a:lnTo>
                  <a:pt x="124612" y="279400"/>
                </a:lnTo>
                <a:lnTo>
                  <a:pt x="129108" y="271780"/>
                </a:lnTo>
                <a:lnTo>
                  <a:pt x="133807" y="264160"/>
                </a:lnTo>
                <a:lnTo>
                  <a:pt x="138684" y="255270"/>
                </a:lnTo>
                <a:lnTo>
                  <a:pt x="165963" y="218440"/>
                </a:lnTo>
                <a:lnTo>
                  <a:pt x="171970" y="210820"/>
                </a:lnTo>
                <a:lnTo>
                  <a:pt x="178142" y="204470"/>
                </a:lnTo>
                <a:lnTo>
                  <a:pt x="184480" y="196850"/>
                </a:lnTo>
                <a:lnTo>
                  <a:pt x="190982" y="190500"/>
                </a:lnTo>
                <a:lnTo>
                  <a:pt x="225869" y="160020"/>
                </a:lnTo>
                <a:lnTo>
                  <a:pt x="233286" y="153670"/>
                </a:lnTo>
                <a:lnTo>
                  <a:pt x="272313" y="128270"/>
                </a:lnTo>
                <a:lnTo>
                  <a:pt x="280479" y="124460"/>
                </a:lnTo>
                <a:lnTo>
                  <a:pt x="288747" y="119380"/>
                </a:lnTo>
                <a:lnTo>
                  <a:pt x="297116" y="115570"/>
                </a:lnTo>
                <a:lnTo>
                  <a:pt x="322808" y="104140"/>
                </a:lnTo>
                <a:lnTo>
                  <a:pt x="340347" y="99060"/>
                </a:lnTo>
                <a:lnTo>
                  <a:pt x="349237" y="95250"/>
                </a:lnTo>
                <a:lnTo>
                  <a:pt x="367195" y="90170"/>
                </a:lnTo>
                <a:lnTo>
                  <a:pt x="376262" y="88900"/>
                </a:lnTo>
                <a:lnTo>
                  <a:pt x="385381" y="86360"/>
                </a:lnTo>
                <a:lnTo>
                  <a:pt x="431520" y="80010"/>
                </a:lnTo>
                <a:lnTo>
                  <a:pt x="487362" y="80010"/>
                </a:lnTo>
                <a:lnTo>
                  <a:pt x="533514" y="86360"/>
                </a:lnTo>
                <a:lnTo>
                  <a:pt x="542632" y="88900"/>
                </a:lnTo>
                <a:lnTo>
                  <a:pt x="551688" y="90170"/>
                </a:lnTo>
                <a:lnTo>
                  <a:pt x="569645" y="95250"/>
                </a:lnTo>
                <a:lnTo>
                  <a:pt x="578535" y="99060"/>
                </a:lnTo>
                <a:lnTo>
                  <a:pt x="596074" y="104140"/>
                </a:lnTo>
                <a:lnTo>
                  <a:pt x="621766" y="115570"/>
                </a:lnTo>
                <a:lnTo>
                  <a:pt x="630135" y="119380"/>
                </a:lnTo>
                <a:lnTo>
                  <a:pt x="638416" y="124460"/>
                </a:lnTo>
                <a:lnTo>
                  <a:pt x="646569" y="128270"/>
                </a:lnTo>
                <a:lnTo>
                  <a:pt x="685596" y="153670"/>
                </a:lnTo>
                <a:lnTo>
                  <a:pt x="693013" y="160020"/>
                </a:lnTo>
                <a:lnTo>
                  <a:pt x="700290" y="165100"/>
                </a:lnTo>
                <a:lnTo>
                  <a:pt x="734402" y="196850"/>
                </a:lnTo>
                <a:lnTo>
                  <a:pt x="740752" y="204470"/>
                </a:lnTo>
                <a:lnTo>
                  <a:pt x="746912" y="210820"/>
                </a:lnTo>
                <a:lnTo>
                  <a:pt x="752919" y="218440"/>
                </a:lnTo>
                <a:lnTo>
                  <a:pt x="758748" y="224790"/>
                </a:lnTo>
                <a:lnTo>
                  <a:pt x="764387" y="232410"/>
                </a:lnTo>
                <a:lnTo>
                  <a:pt x="769835" y="240030"/>
                </a:lnTo>
                <a:lnTo>
                  <a:pt x="775119" y="247650"/>
                </a:lnTo>
                <a:lnTo>
                  <a:pt x="780199" y="255270"/>
                </a:lnTo>
                <a:lnTo>
                  <a:pt x="785088" y="264160"/>
                </a:lnTo>
                <a:lnTo>
                  <a:pt x="789774" y="271780"/>
                </a:lnTo>
                <a:lnTo>
                  <a:pt x="794270" y="279400"/>
                </a:lnTo>
                <a:lnTo>
                  <a:pt x="798563" y="288290"/>
                </a:lnTo>
                <a:lnTo>
                  <a:pt x="802640" y="297180"/>
                </a:lnTo>
                <a:lnTo>
                  <a:pt x="806526" y="304800"/>
                </a:lnTo>
                <a:lnTo>
                  <a:pt x="822744" y="349250"/>
                </a:lnTo>
                <a:lnTo>
                  <a:pt x="833513" y="393700"/>
                </a:lnTo>
                <a:lnTo>
                  <a:pt x="838644" y="440690"/>
                </a:lnTo>
                <a:lnTo>
                  <a:pt x="838936" y="469900"/>
                </a:lnTo>
                <a:lnTo>
                  <a:pt x="838936" y="199542"/>
                </a:lnTo>
                <a:lnTo>
                  <a:pt x="814705" y="167640"/>
                </a:lnTo>
                <a:lnTo>
                  <a:pt x="792289" y="142240"/>
                </a:lnTo>
                <a:lnTo>
                  <a:pt x="784415" y="133350"/>
                </a:lnTo>
                <a:lnTo>
                  <a:pt x="776338" y="125730"/>
                </a:lnTo>
                <a:lnTo>
                  <a:pt x="768083" y="118110"/>
                </a:lnTo>
                <a:lnTo>
                  <a:pt x="759625" y="110490"/>
                </a:lnTo>
                <a:lnTo>
                  <a:pt x="751001" y="104140"/>
                </a:lnTo>
                <a:lnTo>
                  <a:pt x="742188" y="96520"/>
                </a:lnTo>
                <a:lnTo>
                  <a:pt x="733209" y="90170"/>
                </a:lnTo>
                <a:lnTo>
                  <a:pt x="724077" y="83820"/>
                </a:lnTo>
                <a:lnTo>
                  <a:pt x="719429" y="80010"/>
                </a:lnTo>
                <a:lnTo>
                  <a:pt x="714768" y="76200"/>
                </a:lnTo>
                <a:lnTo>
                  <a:pt x="705319" y="71120"/>
                </a:lnTo>
                <a:lnTo>
                  <a:pt x="695718" y="64770"/>
                </a:lnTo>
                <a:lnTo>
                  <a:pt x="685977" y="59690"/>
                </a:lnTo>
                <a:lnTo>
                  <a:pt x="676084" y="53340"/>
                </a:lnTo>
                <a:lnTo>
                  <a:pt x="655942" y="43180"/>
                </a:lnTo>
                <a:lnTo>
                  <a:pt x="645680" y="39370"/>
                </a:lnTo>
                <a:lnTo>
                  <a:pt x="635317" y="34290"/>
                </a:lnTo>
                <a:lnTo>
                  <a:pt x="592848" y="19050"/>
                </a:lnTo>
                <a:lnTo>
                  <a:pt x="582015" y="16510"/>
                </a:lnTo>
                <a:lnTo>
                  <a:pt x="571106" y="12700"/>
                </a:lnTo>
                <a:lnTo>
                  <a:pt x="549097" y="7620"/>
                </a:lnTo>
                <a:lnTo>
                  <a:pt x="538010" y="6350"/>
                </a:lnTo>
                <a:lnTo>
                  <a:pt x="526872" y="3810"/>
                </a:lnTo>
                <a:lnTo>
                  <a:pt x="493242" y="0"/>
                </a:lnTo>
                <a:lnTo>
                  <a:pt x="425640" y="0"/>
                </a:lnTo>
                <a:lnTo>
                  <a:pt x="392010" y="3810"/>
                </a:lnTo>
                <a:lnTo>
                  <a:pt x="380873" y="6350"/>
                </a:lnTo>
                <a:lnTo>
                  <a:pt x="369785" y="7620"/>
                </a:lnTo>
                <a:lnTo>
                  <a:pt x="347776" y="12700"/>
                </a:lnTo>
                <a:lnTo>
                  <a:pt x="336867" y="16510"/>
                </a:lnTo>
                <a:lnTo>
                  <a:pt x="326034" y="19050"/>
                </a:lnTo>
                <a:lnTo>
                  <a:pt x="283565" y="34290"/>
                </a:lnTo>
                <a:lnTo>
                  <a:pt x="273202" y="39370"/>
                </a:lnTo>
                <a:lnTo>
                  <a:pt x="262940" y="43180"/>
                </a:lnTo>
                <a:lnTo>
                  <a:pt x="242798" y="53340"/>
                </a:lnTo>
                <a:lnTo>
                  <a:pt x="232918" y="59690"/>
                </a:lnTo>
                <a:lnTo>
                  <a:pt x="223164" y="64770"/>
                </a:lnTo>
                <a:lnTo>
                  <a:pt x="213575" y="71120"/>
                </a:lnTo>
                <a:lnTo>
                  <a:pt x="204114" y="76200"/>
                </a:lnTo>
                <a:lnTo>
                  <a:pt x="194805" y="83820"/>
                </a:lnTo>
                <a:lnTo>
                  <a:pt x="185674" y="90170"/>
                </a:lnTo>
                <a:lnTo>
                  <a:pt x="176695" y="96520"/>
                </a:lnTo>
                <a:lnTo>
                  <a:pt x="167881" y="104140"/>
                </a:lnTo>
                <a:lnTo>
                  <a:pt x="159258" y="110490"/>
                </a:lnTo>
                <a:lnTo>
                  <a:pt x="150812" y="118110"/>
                </a:lnTo>
                <a:lnTo>
                  <a:pt x="142544" y="125730"/>
                </a:lnTo>
                <a:lnTo>
                  <a:pt x="134467" y="133350"/>
                </a:lnTo>
                <a:lnTo>
                  <a:pt x="126593" y="142240"/>
                </a:lnTo>
                <a:lnTo>
                  <a:pt x="118910" y="149860"/>
                </a:lnTo>
                <a:lnTo>
                  <a:pt x="90297" y="185420"/>
                </a:lnTo>
                <a:lnTo>
                  <a:pt x="71158" y="213360"/>
                </a:lnTo>
                <a:lnTo>
                  <a:pt x="65239" y="222250"/>
                </a:lnTo>
                <a:lnTo>
                  <a:pt x="43980" y="262890"/>
                </a:lnTo>
                <a:lnTo>
                  <a:pt x="26720" y="303530"/>
                </a:lnTo>
                <a:lnTo>
                  <a:pt x="23063" y="314960"/>
                </a:lnTo>
                <a:lnTo>
                  <a:pt x="19646" y="325120"/>
                </a:lnTo>
                <a:lnTo>
                  <a:pt x="16510" y="336550"/>
                </a:lnTo>
                <a:lnTo>
                  <a:pt x="13639" y="346710"/>
                </a:lnTo>
                <a:lnTo>
                  <a:pt x="11023" y="358140"/>
                </a:lnTo>
                <a:lnTo>
                  <a:pt x="3314" y="402590"/>
                </a:lnTo>
                <a:lnTo>
                  <a:pt x="0" y="447040"/>
                </a:lnTo>
                <a:lnTo>
                  <a:pt x="0" y="469900"/>
                </a:lnTo>
                <a:lnTo>
                  <a:pt x="3314" y="515620"/>
                </a:lnTo>
                <a:lnTo>
                  <a:pt x="11023" y="560070"/>
                </a:lnTo>
                <a:lnTo>
                  <a:pt x="13639" y="570230"/>
                </a:lnTo>
                <a:lnTo>
                  <a:pt x="16510" y="581660"/>
                </a:lnTo>
                <a:lnTo>
                  <a:pt x="19646" y="591820"/>
                </a:lnTo>
                <a:lnTo>
                  <a:pt x="23063" y="603250"/>
                </a:lnTo>
                <a:lnTo>
                  <a:pt x="26720" y="613410"/>
                </a:lnTo>
                <a:lnTo>
                  <a:pt x="43980" y="655320"/>
                </a:lnTo>
                <a:lnTo>
                  <a:pt x="65239" y="694690"/>
                </a:lnTo>
                <a:lnTo>
                  <a:pt x="71158" y="704850"/>
                </a:lnTo>
                <a:lnTo>
                  <a:pt x="77317" y="713740"/>
                </a:lnTo>
                <a:lnTo>
                  <a:pt x="83693" y="723900"/>
                </a:lnTo>
                <a:lnTo>
                  <a:pt x="90297" y="732790"/>
                </a:lnTo>
                <a:lnTo>
                  <a:pt x="97129" y="741680"/>
                </a:lnTo>
                <a:lnTo>
                  <a:pt x="104178" y="750570"/>
                </a:lnTo>
                <a:lnTo>
                  <a:pt x="111442" y="759460"/>
                </a:lnTo>
                <a:lnTo>
                  <a:pt x="118910" y="767080"/>
                </a:lnTo>
                <a:lnTo>
                  <a:pt x="126593" y="775970"/>
                </a:lnTo>
                <a:lnTo>
                  <a:pt x="134467" y="783590"/>
                </a:lnTo>
                <a:lnTo>
                  <a:pt x="142544" y="791210"/>
                </a:lnTo>
                <a:lnTo>
                  <a:pt x="150812" y="800100"/>
                </a:lnTo>
                <a:lnTo>
                  <a:pt x="159258" y="806450"/>
                </a:lnTo>
                <a:lnTo>
                  <a:pt x="167881" y="814070"/>
                </a:lnTo>
                <a:lnTo>
                  <a:pt x="176695" y="821690"/>
                </a:lnTo>
                <a:lnTo>
                  <a:pt x="223164" y="853440"/>
                </a:lnTo>
                <a:lnTo>
                  <a:pt x="232918" y="858520"/>
                </a:lnTo>
                <a:lnTo>
                  <a:pt x="242798" y="864870"/>
                </a:lnTo>
                <a:lnTo>
                  <a:pt x="262940" y="875030"/>
                </a:lnTo>
                <a:lnTo>
                  <a:pt x="273202" y="878840"/>
                </a:lnTo>
                <a:lnTo>
                  <a:pt x="283565" y="883920"/>
                </a:lnTo>
                <a:lnTo>
                  <a:pt x="326034" y="899160"/>
                </a:lnTo>
                <a:lnTo>
                  <a:pt x="380873" y="911860"/>
                </a:lnTo>
                <a:lnTo>
                  <a:pt x="392010" y="913130"/>
                </a:lnTo>
                <a:lnTo>
                  <a:pt x="403186" y="915670"/>
                </a:lnTo>
                <a:lnTo>
                  <a:pt x="414401" y="916940"/>
                </a:lnTo>
                <a:lnTo>
                  <a:pt x="425640" y="916940"/>
                </a:lnTo>
                <a:lnTo>
                  <a:pt x="436892" y="918210"/>
                </a:lnTo>
                <a:lnTo>
                  <a:pt x="481990" y="918210"/>
                </a:lnTo>
                <a:lnTo>
                  <a:pt x="493242" y="916940"/>
                </a:lnTo>
                <a:lnTo>
                  <a:pt x="504494" y="916940"/>
                </a:lnTo>
                <a:lnTo>
                  <a:pt x="515708" y="915670"/>
                </a:lnTo>
                <a:lnTo>
                  <a:pt x="526872" y="913130"/>
                </a:lnTo>
                <a:lnTo>
                  <a:pt x="538010" y="911860"/>
                </a:lnTo>
                <a:lnTo>
                  <a:pt x="592848" y="899160"/>
                </a:lnTo>
                <a:lnTo>
                  <a:pt x="635317" y="883920"/>
                </a:lnTo>
                <a:lnTo>
                  <a:pt x="645680" y="878840"/>
                </a:lnTo>
                <a:lnTo>
                  <a:pt x="655942" y="875030"/>
                </a:lnTo>
                <a:lnTo>
                  <a:pt x="676084" y="864870"/>
                </a:lnTo>
                <a:lnTo>
                  <a:pt x="685977" y="858520"/>
                </a:lnTo>
                <a:lnTo>
                  <a:pt x="695718" y="853440"/>
                </a:lnTo>
                <a:lnTo>
                  <a:pt x="714768" y="840740"/>
                </a:lnTo>
                <a:lnTo>
                  <a:pt x="718489" y="838200"/>
                </a:lnTo>
                <a:lnTo>
                  <a:pt x="724077" y="834390"/>
                </a:lnTo>
                <a:lnTo>
                  <a:pt x="733209" y="828040"/>
                </a:lnTo>
                <a:lnTo>
                  <a:pt x="742188" y="821690"/>
                </a:lnTo>
                <a:lnTo>
                  <a:pt x="751001" y="814070"/>
                </a:lnTo>
                <a:lnTo>
                  <a:pt x="759625" y="806450"/>
                </a:lnTo>
                <a:lnTo>
                  <a:pt x="768083" y="800100"/>
                </a:lnTo>
                <a:lnTo>
                  <a:pt x="776338" y="791210"/>
                </a:lnTo>
                <a:lnTo>
                  <a:pt x="784415" y="783590"/>
                </a:lnTo>
                <a:lnTo>
                  <a:pt x="792289" y="775970"/>
                </a:lnTo>
                <a:lnTo>
                  <a:pt x="799973" y="767080"/>
                </a:lnTo>
                <a:lnTo>
                  <a:pt x="807440" y="759460"/>
                </a:lnTo>
                <a:lnTo>
                  <a:pt x="814705" y="750570"/>
                </a:lnTo>
                <a:lnTo>
                  <a:pt x="821753" y="741680"/>
                </a:lnTo>
                <a:lnTo>
                  <a:pt x="828586" y="732790"/>
                </a:lnTo>
                <a:lnTo>
                  <a:pt x="835190" y="723900"/>
                </a:lnTo>
                <a:lnTo>
                  <a:pt x="841565" y="713740"/>
                </a:lnTo>
                <a:lnTo>
                  <a:pt x="847725" y="704850"/>
                </a:lnTo>
                <a:lnTo>
                  <a:pt x="853643" y="694690"/>
                </a:lnTo>
                <a:lnTo>
                  <a:pt x="859320" y="685800"/>
                </a:lnTo>
                <a:lnTo>
                  <a:pt x="864755" y="675640"/>
                </a:lnTo>
                <a:lnTo>
                  <a:pt x="884034" y="635000"/>
                </a:lnTo>
                <a:lnTo>
                  <a:pt x="892162" y="613410"/>
                </a:lnTo>
                <a:lnTo>
                  <a:pt x="895832" y="603250"/>
                </a:lnTo>
                <a:lnTo>
                  <a:pt x="899236" y="591820"/>
                </a:lnTo>
                <a:lnTo>
                  <a:pt x="902373" y="581660"/>
                </a:lnTo>
                <a:lnTo>
                  <a:pt x="905256" y="570230"/>
                </a:lnTo>
                <a:lnTo>
                  <a:pt x="914044" y="525780"/>
                </a:lnTo>
                <a:lnTo>
                  <a:pt x="918464" y="481330"/>
                </a:lnTo>
                <a:lnTo>
                  <a:pt x="918883" y="469900"/>
                </a:lnTo>
                <a:lnTo>
                  <a:pt x="918883" y="447040"/>
                </a:lnTo>
                <a:close/>
              </a:path>
            </a:pathLst>
          </a:custGeom>
          <a:solidFill>
            <a:srgbClr val="D929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995000" y="3010561"/>
            <a:ext cx="657224" cy="89534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6410032" y="2747918"/>
            <a:ext cx="1052830" cy="1159510"/>
            <a:chOff x="16410032" y="2747918"/>
            <a:chExt cx="1052830" cy="1159510"/>
          </a:xfrm>
        </p:grpSpPr>
        <p:sp>
          <p:nvSpPr>
            <p:cNvPr id="18" name="object 18"/>
            <p:cNvSpPr/>
            <p:nvPr/>
          </p:nvSpPr>
          <p:spPr>
            <a:xfrm>
              <a:off x="16410026" y="2747923"/>
              <a:ext cx="1052830" cy="1159510"/>
            </a:xfrm>
            <a:custGeom>
              <a:avLst/>
              <a:gdLst/>
              <a:ahLst/>
              <a:cxnLst/>
              <a:rect l="l" t="t" r="r" b="b"/>
              <a:pathLst>
                <a:path w="1052830" h="1159510">
                  <a:moveTo>
                    <a:pt x="197472" y="626922"/>
                  </a:moveTo>
                  <a:lnTo>
                    <a:pt x="192925" y="622388"/>
                  </a:lnTo>
                  <a:lnTo>
                    <a:pt x="187337" y="622388"/>
                  </a:lnTo>
                  <a:lnTo>
                    <a:pt x="148615" y="622388"/>
                  </a:lnTo>
                  <a:lnTo>
                    <a:pt x="144068" y="626922"/>
                  </a:lnTo>
                  <a:lnTo>
                    <a:pt x="144068" y="638124"/>
                  </a:lnTo>
                  <a:lnTo>
                    <a:pt x="148615" y="642670"/>
                  </a:lnTo>
                  <a:lnTo>
                    <a:pt x="192925" y="642670"/>
                  </a:lnTo>
                  <a:lnTo>
                    <a:pt x="197472" y="638124"/>
                  </a:lnTo>
                  <a:lnTo>
                    <a:pt x="197472" y="626922"/>
                  </a:lnTo>
                  <a:close/>
                </a:path>
                <a:path w="1052830" h="1159510">
                  <a:moveTo>
                    <a:pt x="241147" y="811669"/>
                  </a:moveTo>
                  <a:lnTo>
                    <a:pt x="238353" y="806818"/>
                  </a:lnTo>
                  <a:lnTo>
                    <a:pt x="235254" y="805980"/>
                  </a:lnTo>
                  <a:lnTo>
                    <a:pt x="232829" y="807389"/>
                  </a:lnTo>
                  <a:lnTo>
                    <a:pt x="214884" y="817740"/>
                  </a:lnTo>
                  <a:lnTo>
                    <a:pt x="214045" y="820851"/>
                  </a:lnTo>
                  <a:lnTo>
                    <a:pt x="216382" y="824903"/>
                  </a:lnTo>
                  <a:lnTo>
                    <a:pt x="218097" y="825804"/>
                  </a:lnTo>
                  <a:lnTo>
                    <a:pt x="220700" y="825804"/>
                  </a:lnTo>
                  <a:lnTo>
                    <a:pt x="221576" y="825588"/>
                  </a:lnTo>
                  <a:lnTo>
                    <a:pt x="240322" y="814768"/>
                  </a:lnTo>
                  <a:lnTo>
                    <a:pt x="241147" y="811669"/>
                  </a:lnTo>
                  <a:close/>
                </a:path>
                <a:path w="1052830" h="1159510">
                  <a:moveTo>
                    <a:pt x="241147" y="453390"/>
                  </a:moveTo>
                  <a:lnTo>
                    <a:pt x="240322" y="450291"/>
                  </a:lnTo>
                  <a:lnTo>
                    <a:pt x="237896" y="448881"/>
                  </a:lnTo>
                  <a:lnTo>
                    <a:pt x="219951" y="438531"/>
                  </a:lnTo>
                  <a:lnTo>
                    <a:pt x="216852" y="439356"/>
                  </a:lnTo>
                  <a:lnTo>
                    <a:pt x="214045" y="444207"/>
                  </a:lnTo>
                  <a:lnTo>
                    <a:pt x="214884" y="447306"/>
                  </a:lnTo>
                  <a:lnTo>
                    <a:pt x="233629" y="458127"/>
                  </a:lnTo>
                  <a:lnTo>
                    <a:pt x="234492" y="458343"/>
                  </a:lnTo>
                  <a:lnTo>
                    <a:pt x="237109" y="458343"/>
                  </a:lnTo>
                  <a:lnTo>
                    <a:pt x="238810" y="457441"/>
                  </a:lnTo>
                  <a:lnTo>
                    <a:pt x="241147" y="453390"/>
                  </a:lnTo>
                  <a:close/>
                </a:path>
                <a:path w="1052830" h="1159510">
                  <a:moveTo>
                    <a:pt x="372376" y="943102"/>
                  </a:moveTo>
                  <a:lnTo>
                    <a:pt x="371538" y="940003"/>
                  </a:lnTo>
                  <a:lnTo>
                    <a:pt x="369112" y="938606"/>
                  </a:lnTo>
                  <a:lnTo>
                    <a:pt x="366687" y="937209"/>
                  </a:lnTo>
                  <a:lnTo>
                    <a:pt x="363588" y="938034"/>
                  </a:lnTo>
                  <a:lnTo>
                    <a:pt x="351828" y="958405"/>
                  </a:lnTo>
                  <a:lnTo>
                    <a:pt x="352653" y="961504"/>
                  </a:lnTo>
                  <a:lnTo>
                    <a:pt x="355879" y="963371"/>
                  </a:lnTo>
                  <a:lnTo>
                    <a:pt x="356755" y="963587"/>
                  </a:lnTo>
                  <a:lnTo>
                    <a:pt x="359371" y="963587"/>
                  </a:lnTo>
                  <a:lnTo>
                    <a:pt x="361073" y="962672"/>
                  </a:lnTo>
                  <a:lnTo>
                    <a:pt x="372376" y="943102"/>
                  </a:lnTo>
                  <a:close/>
                </a:path>
                <a:path w="1052830" h="1159510">
                  <a:moveTo>
                    <a:pt x="372376" y="321945"/>
                  </a:moveTo>
                  <a:lnTo>
                    <a:pt x="362013" y="303999"/>
                  </a:lnTo>
                  <a:lnTo>
                    <a:pt x="360603" y="301574"/>
                  </a:lnTo>
                  <a:lnTo>
                    <a:pt x="357505" y="300748"/>
                  </a:lnTo>
                  <a:lnTo>
                    <a:pt x="352666" y="303542"/>
                  </a:lnTo>
                  <a:lnTo>
                    <a:pt x="351828" y="306641"/>
                  </a:lnTo>
                  <a:lnTo>
                    <a:pt x="363131" y="326224"/>
                  </a:lnTo>
                  <a:lnTo>
                    <a:pt x="364832" y="327126"/>
                  </a:lnTo>
                  <a:lnTo>
                    <a:pt x="367449" y="327126"/>
                  </a:lnTo>
                  <a:lnTo>
                    <a:pt x="368312" y="326910"/>
                  </a:lnTo>
                  <a:lnTo>
                    <a:pt x="371538" y="325043"/>
                  </a:lnTo>
                  <a:lnTo>
                    <a:pt x="372376" y="321945"/>
                  </a:lnTo>
                  <a:close/>
                </a:path>
                <a:path w="1052830" h="1159510">
                  <a:moveTo>
                    <a:pt x="555967" y="985418"/>
                  </a:moveTo>
                  <a:lnTo>
                    <a:pt x="551421" y="980884"/>
                  </a:lnTo>
                  <a:lnTo>
                    <a:pt x="545833" y="980884"/>
                  </a:lnTo>
                  <a:lnTo>
                    <a:pt x="540232" y="980884"/>
                  </a:lnTo>
                  <a:lnTo>
                    <a:pt x="535686" y="985418"/>
                  </a:lnTo>
                  <a:lnTo>
                    <a:pt x="535686" y="1029741"/>
                  </a:lnTo>
                  <a:lnTo>
                    <a:pt x="540232" y="1034288"/>
                  </a:lnTo>
                  <a:lnTo>
                    <a:pt x="551421" y="1034288"/>
                  </a:lnTo>
                  <a:lnTo>
                    <a:pt x="555967" y="1029741"/>
                  </a:lnTo>
                  <a:lnTo>
                    <a:pt x="555967" y="985418"/>
                  </a:lnTo>
                  <a:close/>
                </a:path>
                <a:path w="1052830" h="1159510">
                  <a:moveTo>
                    <a:pt x="555967" y="235305"/>
                  </a:moveTo>
                  <a:lnTo>
                    <a:pt x="551434" y="230771"/>
                  </a:lnTo>
                  <a:lnTo>
                    <a:pt x="545833" y="230771"/>
                  </a:lnTo>
                  <a:lnTo>
                    <a:pt x="540232" y="230771"/>
                  </a:lnTo>
                  <a:lnTo>
                    <a:pt x="535686" y="235305"/>
                  </a:lnTo>
                  <a:lnTo>
                    <a:pt x="535686" y="279628"/>
                  </a:lnTo>
                  <a:lnTo>
                    <a:pt x="540232" y="284162"/>
                  </a:lnTo>
                  <a:lnTo>
                    <a:pt x="551434" y="284162"/>
                  </a:lnTo>
                  <a:lnTo>
                    <a:pt x="555967" y="279628"/>
                  </a:lnTo>
                  <a:lnTo>
                    <a:pt x="555967" y="235305"/>
                  </a:lnTo>
                  <a:close/>
                </a:path>
                <a:path w="1052830" h="1159510">
                  <a:moveTo>
                    <a:pt x="739825" y="958405"/>
                  </a:moveTo>
                  <a:lnTo>
                    <a:pt x="729475" y="940460"/>
                  </a:lnTo>
                  <a:lnTo>
                    <a:pt x="728065" y="938034"/>
                  </a:lnTo>
                  <a:lnTo>
                    <a:pt x="724966" y="937209"/>
                  </a:lnTo>
                  <a:lnTo>
                    <a:pt x="720115" y="940003"/>
                  </a:lnTo>
                  <a:lnTo>
                    <a:pt x="719289" y="943102"/>
                  </a:lnTo>
                  <a:lnTo>
                    <a:pt x="730580" y="962672"/>
                  </a:lnTo>
                  <a:lnTo>
                    <a:pt x="732294" y="963587"/>
                  </a:lnTo>
                  <a:lnTo>
                    <a:pt x="734898" y="963587"/>
                  </a:lnTo>
                  <a:lnTo>
                    <a:pt x="735774" y="963371"/>
                  </a:lnTo>
                  <a:lnTo>
                    <a:pt x="739000" y="961504"/>
                  </a:lnTo>
                  <a:lnTo>
                    <a:pt x="739825" y="958405"/>
                  </a:lnTo>
                  <a:close/>
                </a:path>
                <a:path w="1052830" h="1159510">
                  <a:moveTo>
                    <a:pt x="739825" y="306641"/>
                  </a:moveTo>
                  <a:lnTo>
                    <a:pt x="739000" y="303542"/>
                  </a:lnTo>
                  <a:lnTo>
                    <a:pt x="736574" y="302145"/>
                  </a:lnTo>
                  <a:lnTo>
                    <a:pt x="734148" y="300748"/>
                  </a:lnTo>
                  <a:lnTo>
                    <a:pt x="731050" y="301574"/>
                  </a:lnTo>
                  <a:lnTo>
                    <a:pt x="719289" y="321945"/>
                  </a:lnTo>
                  <a:lnTo>
                    <a:pt x="720115" y="325043"/>
                  </a:lnTo>
                  <a:lnTo>
                    <a:pt x="723341" y="326910"/>
                  </a:lnTo>
                  <a:lnTo>
                    <a:pt x="724217" y="327126"/>
                  </a:lnTo>
                  <a:lnTo>
                    <a:pt x="726833" y="327126"/>
                  </a:lnTo>
                  <a:lnTo>
                    <a:pt x="728522" y="326224"/>
                  </a:lnTo>
                  <a:lnTo>
                    <a:pt x="729475" y="324586"/>
                  </a:lnTo>
                  <a:lnTo>
                    <a:pt x="738428" y="309067"/>
                  </a:lnTo>
                  <a:lnTo>
                    <a:pt x="739825" y="306641"/>
                  </a:lnTo>
                  <a:close/>
                </a:path>
                <a:path w="1052830" h="1159510">
                  <a:moveTo>
                    <a:pt x="877608" y="820851"/>
                  </a:moveTo>
                  <a:lnTo>
                    <a:pt x="876782" y="817740"/>
                  </a:lnTo>
                  <a:lnTo>
                    <a:pt x="874356" y="816343"/>
                  </a:lnTo>
                  <a:lnTo>
                    <a:pt x="856411" y="805980"/>
                  </a:lnTo>
                  <a:lnTo>
                    <a:pt x="853313" y="806818"/>
                  </a:lnTo>
                  <a:lnTo>
                    <a:pt x="850506" y="811669"/>
                  </a:lnTo>
                  <a:lnTo>
                    <a:pt x="851331" y="814768"/>
                  </a:lnTo>
                  <a:lnTo>
                    <a:pt x="870077" y="825588"/>
                  </a:lnTo>
                  <a:lnTo>
                    <a:pt x="870953" y="825804"/>
                  </a:lnTo>
                  <a:lnTo>
                    <a:pt x="873569" y="825804"/>
                  </a:lnTo>
                  <a:lnTo>
                    <a:pt x="875271" y="824903"/>
                  </a:lnTo>
                  <a:lnTo>
                    <a:pt x="877608" y="820851"/>
                  </a:lnTo>
                  <a:close/>
                </a:path>
                <a:path w="1052830" h="1159510">
                  <a:moveTo>
                    <a:pt x="877608" y="444207"/>
                  </a:moveTo>
                  <a:lnTo>
                    <a:pt x="874814" y="439356"/>
                  </a:lnTo>
                  <a:lnTo>
                    <a:pt x="871702" y="438531"/>
                  </a:lnTo>
                  <a:lnTo>
                    <a:pt x="869289" y="439928"/>
                  </a:lnTo>
                  <a:lnTo>
                    <a:pt x="851331" y="450291"/>
                  </a:lnTo>
                  <a:lnTo>
                    <a:pt x="850506" y="453390"/>
                  </a:lnTo>
                  <a:lnTo>
                    <a:pt x="851903" y="455815"/>
                  </a:lnTo>
                  <a:lnTo>
                    <a:pt x="852843" y="457441"/>
                  </a:lnTo>
                  <a:lnTo>
                    <a:pt x="854544" y="458343"/>
                  </a:lnTo>
                  <a:lnTo>
                    <a:pt x="857161" y="458343"/>
                  </a:lnTo>
                  <a:lnTo>
                    <a:pt x="858037" y="458127"/>
                  </a:lnTo>
                  <a:lnTo>
                    <a:pt x="876782" y="447306"/>
                  </a:lnTo>
                  <a:lnTo>
                    <a:pt x="877608" y="444207"/>
                  </a:lnTo>
                  <a:close/>
                </a:path>
                <a:path w="1052830" h="1159510">
                  <a:moveTo>
                    <a:pt x="947585" y="626922"/>
                  </a:moveTo>
                  <a:lnTo>
                    <a:pt x="943051" y="622388"/>
                  </a:lnTo>
                  <a:lnTo>
                    <a:pt x="937450" y="622388"/>
                  </a:lnTo>
                  <a:lnTo>
                    <a:pt x="898728" y="622388"/>
                  </a:lnTo>
                  <a:lnTo>
                    <a:pt x="894194" y="626922"/>
                  </a:lnTo>
                  <a:lnTo>
                    <a:pt x="894194" y="638124"/>
                  </a:lnTo>
                  <a:lnTo>
                    <a:pt x="898728" y="642658"/>
                  </a:lnTo>
                  <a:lnTo>
                    <a:pt x="943051" y="642658"/>
                  </a:lnTo>
                  <a:lnTo>
                    <a:pt x="947585" y="638124"/>
                  </a:lnTo>
                  <a:lnTo>
                    <a:pt x="947585" y="626922"/>
                  </a:lnTo>
                  <a:close/>
                </a:path>
                <a:path w="1052830" h="1159510">
                  <a:moveTo>
                    <a:pt x="1052817" y="632523"/>
                  </a:moveTo>
                  <a:lnTo>
                    <a:pt x="1048308" y="688263"/>
                  </a:lnTo>
                  <a:lnTo>
                    <a:pt x="1037805" y="743000"/>
                  </a:lnTo>
                  <a:lnTo>
                    <a:pt x="1021359" y="796112"/>
                  </a:lnTo>
                  <a:lnTo>
                    <a:pt x="999236" y="846988"/>
                  </a:lnTo>
                  <a:lnTo>
                    <a:pt x="971638" y="894892"/>
                  </a:lnTo>
                  <a:lnTo>
                    <a:pt x="931176" y="948791"/>
                  </a:lnTo>
                  <a:lnTo>
                    <a:pt x="897432" y="984148"/>
                  </a:lnTo>
                  <a:lnTo>
                    <a:pt x="860488" y="1015974"/>
                  </a:lnTo>
                  <a:lnTo>
                    <a:pt x="820724" y="1043990"/>
                  </a:lnTo>
                  <a:lnTo>
                    <a:pt x="778522" y="1067917"/>
                  </a:lnTo>
                  <a:lnTo>
                    <a:pt x="734275" y="1087501"/>
                  </a:lnTo>
                  <a:lnTo>
                    <a:pt x="688441" y="1102639"/>
                  </a:lnTo>
                  <a:lnTo>
                    <a:pt x="641451" y="1113104"/>
                  </a:lnTo>
                  <a:lnTo>
                    <a:pt x="593750" y="1118908"/>
                  </a:lnTo>
                  <a:lnTo>
                    <a:pt x="545833" y="1120051"/>
                  </a:lnTo>
                  <a:lnTo>
                    <a:pt x="498144" y="1116520"/>
                  </a:lnTo>
                  <a:lnTo>
                    <a:pt x="451180" y="1108341"/>
                  </a:lnTo>
                  <a:lnTo>
                    <a:pt x="405320" y="1095679"/>
                  </a:lnTo>
                  <a:lnTo>
                    <a:pt x="361099" y="1078547"/>
                  </a:lnTo>
                  <a:lnTo>
                    <a:pt x="318884" y="1057198"/>
                  </a:lnTo>
                  <a:lnTo>
                    <a:pt x="279044" y="1031887"/>
                  </a:lnTo>
                  <a:lnTo>
                    <a:pt x="241947" y="1002868"/>
                  </a:lnTo>
                  <a:lnTo>
                    <a:pt x="207975" y="970381"/>
                  </a:lnTo>
                  <a:lnTo>
                    <a:pt x="177380" y="934872"/>
                  </a:lnTo>
                  <a:lnTo>
                    <a:pt x="150533" y="896620"/>
                  </a:lnTo>
                  <a:lnTo>
                    <a:pt x="127609" y="856043"/>
                  </a:lnTo>
                  <a:lnTo>
                    <a:pt x="108800" y="813536"/>
                  </a:lnTo>
                  <a:lnTo>
                    <a:pt x="94310" y="769518"/>
                  </a:lnTo>
                  <a:lnTo>
                    <a:pt x="84315" y="724395"/>
                  </a:lnTo>
                  <a:lnTo>
                    <a:pt x="78181" y="669353"/>
                  </a:lnTo>
                  <a:lnTo>
                    <a:pt x="78587" y="614159"/>
                  </a:lnTo>
                  <a:lnTo>
                    <a:pt x="85394" y="559549"/>
                  </a:lnTo>
                  <a:lnTo>
                    <a:pt x="98501" y="506323"/>
                  </a:lnTo>
                  <a:lnTo>
                    <a:pt x="117779" y="455231"/>
                  </a:lnTo>
                  <a:lnTo>
                    <a:pt x="142836" y="406895"/>
                  </a:lnTo>
                  <a:lnTo>
                    <a:pt x="173380" y="362000"/>
                  </a:lnTo>
                  <a:lnTo>
                    <a:pt x="208864" y="321068"/>
                  </a:lnTo>
                  <a:lnTo>
                    <a:pt x="248754" y="284670"/>
                  </a:lnTo>
                  <a:lnTo>
                    <a:pt x="292531" y="253352"/>
                  </a:lnTo>
                  <a:lnTo>
                    <a:pt x="332701" y="230759"/>
                  </a:lnTo>
                  <a:lnTo>
                    <a:pt x="374802" y="212483"/>
                  </a:lnTo>
                  <a:lnTo>
                    <a:pt x="418401" y="198577"/>
                  </a:lnTo>
                  <a:lnTo>
                    <a:pt x="463067" y="189153"/>
                  </a:lnTo>
                  <a:lnTo>
                    <a:pt x="508368" y="184289"/>
                  </a:lnTo>
                  <a:lnTo>
                    <a:pt x="498729" y="226834"/>
                  </a:lnTo>
                  <a:lnTo>
                    <a:pt x="720839" y="157924"/>
                  </a:lnTo>
                  <a:lnTo>
                    <a:pt x="550138" y="0"/>
                  </a:lnTo>
                  <a:lnTo>
                    <a:pt x="534835" y="67678"/>
                  </a:lnTo>
                  <a:lnTo>
                    <a:pt x="516851" y="68757"/>
                  </a:lnTo>
                  <a:lnTo>
                    <a:pt x="463194" y="75133"/>
                  </a:lnTo>
                  <a:lnTo>
                    <a:pt x="422605" y="83629"/>
                  </a:lnTo>
                  <a:lnTo>
                    <a:pt x="382778" y="95008"/>
                  </a:lnTo>
                  <a:lnTo>
                    <a:pt x="343992" y="109359"/>
                  </a:lnTo>
                  <a:lnTo>
                    <a:pt x="306425" y="126403"/>
                  </a:lnTo>
                  <a:lnTo>
                    <a:pt x="270332" y="146291"/>
                  </a:lnTo>
                  <a:lnTo>
                    <a:pt x="235800" y="168579"/>
                  </a:lnTo>
                  <a:lnTo>
                    <a:pt x="198539" y="197078"/>
                  </a:lnTo>
                  <a:lnTo>
                    <a:pt x="163906" y="228574"/>
                  </a:lnTo>
                  <a:lnTo>
                    <a:pt x="132118" y="262801"/>
                  </a:lnTo>
                  <a:lnTo>
                    <a:pt x="103327" y="299478"/>
                  </a:lnTo>
                  <a:lnTo>
                    <a:pt x="77749" y="338378"/>
                  </a:lnTo>
                  <a:lnTo>
                    <a:pt x="55562" y="379209"/>
                  </a:lnTo>
                  <a:lnTo>
                    <a:pt x="36957" y="421716"/>
                  </a:lnTo>
                  <a:lnTo>
                    <a:pt x="19900" y="473024"/>
                  </a:lnTo>
                  <a:lnTo>
                    <a:pt x="8051" y="525589"/>
                  </a:lnTo>
                  <a:lnTo>
                    <a:pt x="1409" y="578929"/>
                  </a:lnTo>
                  <a:lnTo>
                    <a:pt x="0" y="632536"/>
                  </a:lnTo>
                  <a:lnTo>
                    <a:pt x="3810" y="685901"/>
                  </a:lnTo>
                  <a:lnTo>
                    <a:pt x="12827" y="738543"/>
                  </a:lnTo>
                  <a:lnTo>
                    <a:pt x="26898" y="789978"/>
                  </a:lnTo>
                  <a:lnTo>
                    <a:pt x="45974" y="839609"/>
                  </a:lnTo>
                  <a:lnTo>
                    <a:pt x="69786" y="887018"/>
                  </a:lnTo>
                  <a:lnTo>
                    <a:pt x="98031" y="931773"/>
                  </a:lnTo>
                  <a:lnTo>
                    <a:pt x="130429" y="973467"/>
                  </a:lnTo>
                  <a:lnTo>
                    <a:pt x="166700" y="1011656"/>
                  </a:lnTo>
                  <a:lnTo>
                    <a:pt x="206451" y="1046048"/>
                  </a:lnTo>
                  <a:lnTo>
                    <a:pt x="249301" y="1076286"/>
                  </a:lnTo>
                  <a:lnTo>
                    <a:pt x="294792" y="1102144"/>
                  </a:lnTo>
                  <a:lnTo>
                    <a:pt x="342480" y="1123403"/>
                  </a:lnTo>
                  <a:lnTo>
                    <a:pt x="391922" y="1139837"/>
                  </a:lnTo>
                  <a:lnTo>
                    <a:pt x="442658" y="1151229"/>
                  </a:lnTo>
                  <a:lnTo>
                    <a:pt x="494118" y="1157630"/>
                  </a:lnTo>
                  <a:lnTo>
                    <a:pt x="545833" y="1158925"/>
                  </a:lnTo>
                  <a:lnTo>
                    <a:pt x="597293" y="1155179"/>
                  </a:lnTo>
                  <a:lnTo>
                    <a:pt x="648042" y="1146479"/>
                  </a:lnTo>
                  <a:lnTo>
                    <a:pt x="697585" y="1132865"/>
                  </a:lnTo>
                  <a:lnTo>
                    <a:pt x="745439" y="1114425"/>
                  </a:lnTo>
                  <a:lnTo>
                    <a:pt x="791146" y="1091476"/>
                  </a:lnTo>
                  <a:lnTo>
                    <a:pt x="834237" y="1064171"/>
                  </a:lnTo>
                  <a:lnTo>
                    <a:pt x="874369" y="1032865"/>
                  </a:lnTo>
                  <a:lnTo>
                    <a:pt x="911186" y="997889"/>
                  </a:lnTo>
                  <a:lnTo>
                    <a:pt x="944321" y="959573"/>
                  </a:lnTo>
                  <a:lnTo>
                    <a:pt x="973429" y="918273"/>
                  </a:lnTo>
                  <a:lnTo>
                    <a:pt x="1001064" y="868718"/>
                  </a:lnTo>
                  <a:lnTo>
                    <a:pt x="1023099" y="816622"/>
                  </a:lnTo>
                  <a:lnTo>
                    <a:pt x="1039215" y="762571"/>
                  </a:lnTo>
                  <a:lnTo>
                    <a:pt x="1049121" y="707199"/>
                  </a:lnTo>
                  <a:lnTo>
                    <a:pt x="1052804" y="651205"/>
                  </a:lnTo>
                  <a:lnTo>
                    <a:pt x="1052817" y="632523"/>
                  </a:lnTo>
                  <a:close/>
                </a:path>
              </a:pathLst>
            </a:custGeom>
            <a:solidFill>
              <a:srgbClr val="B982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102777" y="3204105"/>
              <a:ext cx="106998" cy="1189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703003" y="3224669"/>
              <a:ext cx="383540" cy="312420"/>
            </a:xfrm>
            <a:custGeom>
              <a:avLst/>
              <a:gdLst/>
              <a:ahLst/>
              <a:cxnLst/>
              <a:rect l="l" t="t" r="r" b="b"/>
              <a:pathLst>
                <a:path w="383540" h="312420">
                  <a:moveTo>
                    <a:pt x="170065" y="0"/>
                  </a:moveTo>
                  <a:lnTo>
                    <a:pt x="113169" y="0"/>
                  </a:lnTo>
                  <a:lnTo>
                    <a:pt x="104571" y="13906"/>
                  </a:lnTo>
                  <a:lnTo>
                    <a:pt x="95123" y="26657"/>
                  </a:lnTo>
                  <a:lnTo>
                    <a:pt x="61277" y="58216"/>
                  </a:lnTo>
                  <a:lnTo>
                    <a:pt x="12941" y="82499"/>
                  </a:lnTo>
                  <a:lnTo>
                    <a:pt x="0" y="151917"/>
                  </a:lnTo>
                  <a:lnTo>
                    <a:pt x="43040" y="133210"/>
                  </a:lnTo>
                  <a:lnTo>
                    <a:pt x="80441" y="107645"/>
                  </a:lnTo>
                  <a:lnTo>
                    <a:pt x="42379" y="311835"/>
                  </a:lnTo>
                  <a:lnTo>
                    <a:pt x="111937" y="311835"/>
                  </a:lnTo>
                  <a:lnTo>
                    <a:pt x="170065" y="0"/>
                  </a:lnTo>
                  <a:close/>
                </a:path>
                <a:path w="383540" h="312420">
                  <a:moveTo>
                    <a:pt x="383387" y="64262"/>
                  </a:moveTo>
                  <a:lnTo>
                    <a:pt x="368642" y="23253"/>
                  </a:lnTo>
                  <a:lnTo>
                    <a:pt x="330276" y="2565"/>
                  </a:lnTo>
                  <a:lnTo>
                    <a:pt x="298488" y="0"/>
                  </a:lnTo>
                  <a:lnTo>
                    <a:pt x="281914" y="673"/>
                  </a:lnTo>
                  <a:lnTo>
                    <a:pt x="242023" y="10769"/>
                  </a:lnTo>
                  <a:lnTo>
                    <a:pt x="205790" y="41694"/>
                  </a:lnTo>
                  <a:lnTo>
                    <a:pt x="186080" y="80822"/>
                  </a:lnTo>
                  <a:lnTo>
                    <a:pt x="180467" y="97815"/>
                  </a:lnTo>
                  <a:lnTo>
                    <a:pt x="248158" y="104673"/>
                  </a:lnTo>
                  <a:lnTo>
                    <a:pt x="252145" y="92760"/>
                  </a:lnTo>
                  <a:lnTo>
                    <a:pt x="256463" y="82791"/>
                  </a:lnTo>
                  <a:lnTo>
                    <a:pt x="289407" y="58508"/>
                  </a:lnTo>
                  <a:lnTo>
                    <a:pt x="297815" y="58508"/>
                  </a:lnTo>
                  <a:lnTo>
                    <a:pt x="304177" y="61823"/>
                  </a:lnTo>
                  <a:lnTo>
                    <a:pt x="312813" y="75057"/>
                  </a:lnTo>
                  <a:lnTo>
                    <a:pt x="314109" y="83032"/>
                  </a:lnTo>
                  <a:lnTo>
                    <a:pt x="312369" y="92367"/>
                  </a:lnTo>
                  <a:lnTo>
                    <a:pt x="291858" y="127800"/>
                  </a:lnTo>
                  <a:lnTo>
                    <a:pt x="252463" y="161963"/>
                  </a:lnTo>
                  <a:lnTo>
                    <a:pt x="225615" y="183883"/>
                  </a:lnTo>
                  <a:lnTo>
                    <a:pt x="184569" y="223240"/>
                  </a:lnTo>
                  <a:lnTo>
                    <a:pt x="159118" y="257606"/>
                  </a:lnTo>
                  <a:lnTo>
                    <a:pt x="141732" y="293204"/>
                  </a:lnTo>
                  <a:lnTo>
                    <a:pt x="135585" y="311835"/>
                  </a:lnTo>
                  <a:lnTo>
                    <a:pt x="341896" y="311835"/>
                  </a:lnTo>
                  <a:lnTo>
                    <a:pt x="354825" y="242417"/>
                  </a:lnTo>
                  <a:lnTo>
                    <a:pt x="247421" y="242417"/>
                  </a:lnTo>
                  <a:lnTo>
                    <a:pt x="253022" y="236943"/>
                  </a:lnTo>
                  <a:lnTo>
                    <a:pt x="288696" y="207175"/>
                  </a:lnTo>
                  <a:lnTo>
                    <a:pt x="299745" y="198958"/>
                  </a:lnTo>
                  <a:lnTo>
                    <a:pt x="318643" y="184010"/>
                  </a:lnTo>
                  <a:lnTo>
                    <a:pt x="347954" y="155994"/>
                  </a:lnTo>
                  <a:lnTo>
                    <a:pt x="373189" y="116763"/>
                  </a:lnTo>
                  <a:lnTo>
                    <a:pt x="383273" y="76492"/>
                  </a:lnTo>
                  <a:lnTo>
                    <a:pt x="383387" y="64262"/>
                  </a:lnTo>
                  <a:close/>
                </a:path>
              </a:pathLst>
            </a:custGeom>
            <a:solidFill>
              <a:srgbClr val="B982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75982" y="6365327"/>
            <a:ext cx="704850" cy="70358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061868" y="6110000"/>
            <a:ext cx="571499" cy="14192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637093" y="5947258"/>
            <a:ext cx="1080605" cy="15811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0" y="9590680"/>
            <a:ext cx="18287999" cy="69631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4800" y="10019365"/>
            <a:ext cx="17983199" cy="267634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869" y="0"/>
            <a:ext cx="18016220" cy="1699895"/>
            <a:chOff x="271869" y="0"/>
            <a:chExt cx="18016220" cy="169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869" y="32769"/>
              <a:ext cx="15944849" cy="16668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45759" y="0"/>
              <a:ext cx="3542240" cy="161082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7495073" y="1820677"/>
            <a:ext cx="10793095" cy="716280"/>
            <a:chOff x="7495073" y="1820677"/>
            <a:chExt cx="10793095" cy="7162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5073" y="2030461"/>
              <a:ext cx="10792926" cy="5060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45399" y="1820677"/>
              <a:ext cx="5042600" cy="65722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118834"/>
            <a:ext cx="7277099" cy="71437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" y="59418"/>
            <a:ext cx="2247899" cy="22478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08489" y="1246898"/>
            <a:ext cx="2257424" cy="10001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27416" y="1937620"/>
            <a:ext cx="419099" cy="3619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73749" y="2642013"/>
            <a:ext cx="5467349" cy="405463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273749" y="2642013"/>
            <a:ext cx="11014710" cy="6070600"/>
            <a:chOff x="7273749" y="2642013"/>
            <a:chExt cx="11014710" cy="6070600"/>
          </a:xfrm>
        </p:grpSpPr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22142" y="2642013"/>
              <a:ext cx="5372099" cy="21431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39606" y="4667820"/>
              <a:ext cx="5548392" cy="2057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73749" y="6683697"/>
              <a:ext cx="5467349" cy="2028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822142" y="6718118"/>
              <a:ext cx="5372099" cy="199072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02078" y="1246898"/>
            <a:ext cx="2514599" cy="19145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137742" y="1598504"/>
            <a:ext cx="1076324" cy="10572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94355" y="4474228"/>
            <a:ext cx="1342325" cy="67165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575500" y="4945888"/>
            <a:ext cx="740629" cy="142013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193640" y="6683697"/>
            <a:ext cx="676274" cy="761999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0" y="7556427"/>
            <a:ext cx="18288000" cy="2731135"/>
            <a:chOff x="0" y="7556427"/>
            <a:chExt cx="18288000" cy="2731135"/>
          </a:xfrm>
        </p:grpSpPr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9601199"/>
              <a:ext cx="18287999" cy="6857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633314" y="7556427"/>
              <a:ext cx="1654684" cy="2495549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2059" rIns="0" bIns="0" rtlCol="0">
            <a:spAutoFit/>
          </a:bodyPr>
          <a:lstStyle/>
          <a:p>
            <a:pPr marL="12065">
              <a:lnSpc>
                <a:spcPts val="2810"/>
              </a:lnSpc>
            </a:pPr>
            <a:r>
              <a:rPr spc="-85" dirty="0">
                <a:solidFill>
                  <a:srgbClr val="00AEFF"/>
                </a:solidFill>
              </a:rPr>
              <a:t>@SIH</a:t>
            </a:r>
            <a:r>
              <a:rPr spc="-535" dirty="0">
                <a:solidFill>
                  <a:srgbClr val="00AEFF"/>
                </a:solidFill>
              </a:rPr>
              <a:t> </a:t>
            </a:r>
            <a:r>
              <a:rPr spc="-130" dirty="0">
                <a:solidFill>
                  <a:srgbClr val="00AEFF"/>
                </a:solidFill>
              </a:rPr>
              <a:t>Idea</a:t>
            </a:r>
            <a:r>
              <a:rPr spc="-535" dirty="0">
                <a:solidFill>
                  <a:srgbClr val="00AEFF"/>
                </a:solidFill>
              </a:rPr>
              <a:t> </a:t>
            </a:r>
            <a:r>
              <a:rPr spc="-180" dirty="0">
                <a:solidFill>
                  <a:srgbClr val="00AEFF"/>
                </a:solidFill>
              </a:rPr>
              <a:t>submission-</a:t>
            </a:r>
            <a:r>
              <a:rPr spc="-535" dirty="0">
                <a:solidFill>
                  <a:srgbClr val="00AEFF"/>
                </a:solidFill>
              </a:rPr>
              <a:t> T</a:t>
            </a:r>
            <a:r>
              <a:rPr spc="-200" dirty="0">
                <a:solidFill>
                  <a:srgbClr val="00AEFF"/>
                </a:solidFill>
              </a:rPr>
              <a:t>e</a:t>
            </a:r>
            <a:r>
              <a:rPr spc="-165" dirty="0">
                <a:solidFill>
                  <a:srgbClr val="00AEFF"/>
                </a:solidFill>
              </a:rPr>
              <a:t>m</a:t>
            </a:r>
            <a:r>
              <a:rPr spc="-180" dirty="0">
                <a:solidFill>
                  <a:srgbClr val="00AEFF"/>
                </a:solidFill>
              </a:rPr>
              <a:t>p</a:t>
            </a:r>
            <a:r>
              <a:rPr spc="-204" dirty="0">
                <a:solidFill>
                  <a:srgbClr val="00AEFF"/>
                </a:solidFill>
              </a:rPr>
              <a:t>l</a:t>
            </a:r>
            <a:r>
              <a:rPr spc="-200" dirty="0">
                <a:solidFill>
                  <a:srgbClr val="00AEFF"/>
                </a:solidFill>
              </a:rPr>
              <a:t>a</a:t>
            </a:r>
            <a:r>
              <a:rPr spc="-220" dirty="0">
                <a:solidFill>
                  <a:srgbClr val="00AEFF"/>
                </a:solidFill>
              </a:rPr>
              <a:t>t</a:t>
            </a:r>
            <a:r>
              <a:rPr spc="-35" dirty="0">
                <a:solidFill>
                  <a:srgbClr val="00AEFF"/>
                </a:solidFill>
              </a:rPr>
              <a:t>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101750" y="9586214"/>
            <a:ext cx="5248910" cy="386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05"/>
              </a:lnSpc>
            </a:pPr>
            <a:r>
              <a:rPr sz="2800" spc="-85" dirty="0">
                <a:solidFill>
                  <a:srgbClr val="CCC4B6"/>
                </a:solidFill>
                <a:latin typeface="Verdana"/>
                <a:cs typeface="Verdana"/>
              </a:rPr>
              <a:t>@SIH</a:t>
            </a:r>
            <a:r>
              <a:rPr sz="2800" spc="-540" dirty="0">
                <a:solidFill>
                  <a:srgbClr val="CCC4B6"/>
                </a:solidFill>
                <a:latin typeface="Verdana"/>
                <a:cs typeface="Verdana"/>
              </a:rPr>
              <a:t> </a:t>
            </a:r>
            <a:r>
              <a:rPr sz="2800" spc="-130" dirty="0">
                <a:solidFill>
                  <a:srgbClr val="CCC4B6"/>
                </a:solidFill>
                <a:latin typeface="Verdana"/>
                <a:cs typeface="Verdana"/>
              </a:rPr>
              <a:t>Idea</a:t>
            </a:r>
            <a:r>
              <a:rPr sz="2800" spc="-540" dirty="0">
                <a:solidFill>
                  <a:srgbClr val="CCC4B6"/>
                </a:solidFill>
                <a:latin typeface="Verdana"/>
                <a:cs typeface="Verdana"/>
              </a:rPr>
              <a:t> </a:t>
            </a:r>
            <a:r>
              <a:rPr sz="2800" spc="-180" dirty="0">
                <a:solidFill>
                  <a:srgbClr val="CCC4B6"/>
                </a:solidFill>
                <a:latin typeface="Verdana"/>
                <a:cs typeface="Verdana"/>
              </a:rPr>
              <a:t>submission-</a:t>
            </a:r>
            <a:r>
              <a:rPr sz="2800" spc="-540" dirty="0">
                <a:solidFill>
                  <a:srgbClr val="CCC4B6"/>
                </a:solidFill>
                <a:latin typeface="Verdana"/>
                <a:cs typeface="Verdana"/>
              </a:rPr>
              <a:t> </a:t>
            </a:r>
            <a:r>
              <a:rPr sz="2800" spc="-520" dirty="0">
                <a:solidFill>
                  <a:srgbClr val="CCC4B6"/>
                </a:solidFill>
                <a:latin typeface="Verdana"/>
                <a:cs typeface="Verdana"/>
              </a:rPr>
              <a:t>T</a:t>
            </a:r>
            <a:r>
              <a:rPr sz="2800" spc="-185" dirty="0">
                <a:solidFill>
                  <a:srgbClr val="CCC4B6"/>
                </a:solidFill>
                <a:latin typeface="Verdana"/>
                <a:cs typeface="Verdana"/>
              </a:rPr>
              <a:t>e</a:t>
            </a:r>
            <a:r>
              <a:rPr sz="2800" spc="-150" dirty="0">
                <a:solidFill>
                  <a:srgbClr val="CCC4B6"/>
                </a:solidFill>
                <a:latin typeface="Verdana"/>
                <a:cs typeface="Verdana"/>
              </a:rPr>
              <a:t>m</a:t>
            </a:r>
            <a:r>
              <a:rPr sz="2800" spc="-170" dirty="0">
                <a:solidFill>
                  <a:srgbClr val="CCC4B6"/>
                </a:solidFill>
                <a:latin typeface="Verdana"/>
                <a:cs typeface="Verdana"/>
              </a:rPr>
              <a:t>p</a:t>
            </a:r>
            <a:r>
              <a:rPr sz="2800" spc="-190" dirty="0">
                <a:solidFill>
                  <a:srgbClr val="CCC4B6"/>
                </a:solidFill>
                <a:latin typeface="Verdana"/>
                <a:cs typeface="Verdana"/>
              </a:rPr>
              <a:t>l</a:t>
            </a:r>
            <a:r>
              <a:rPr sz="2800" spc="-185" dirty="0">
                <a:solidFill>
                  <a:srgbClr val="CCC4B6"/>
                </a:solidFill>
                <a:latin typeface="Verdana"/>
                <a:cs typeface="Verdana"/>
              </a:rPr>
              <a:t>a</a:t>
            </a:r>
            <a:r>
              <a:rPr sz="2800" spc="-204" dirty="0">
                <a:solidFill>
                  <a:srgbClr val="CCC4B6"/>
                </a:solidFill>
                <a:latin typeface="Verdana"/>
                <a:cs typeface="Verdana"/>
              </a:rPr>
              <a:t>t</a:t>
            </a:r>
            <a:r>
              <a:rPr sz="2800" spc="-20" dirty="0">
                <a:solidFill>
                  <a:srgbClr val="CCC4B6"/>
                </a:solidFill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5161" y="59418"/>
            <a:ext cx="3882837" cy="18383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392" y="59418"/>
            <a:ext cx="16182974" cy="16859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709" y="1826996"/>
            <a:ext cx="13087349" cy="4286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8702" y="2376059"/>
            <a:ext cx="11515090" cy="3676650"/>
            <a:chOff x="158702" y="2376059"/>
            <a:chExt cx="11515090" cy="3676650"/>
          </a:xfrm>
        </p:grpSpPr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905" y="2376059"/>
              <a:ext cx="5305424" cy="3676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905" y="3851446"/>
              <a:ext cx="5333999" cy="18859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702" y="2867390"/>
              <a:ext cx="7353299" cy="1285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0466" y="2376059"/>
              <a:ext cx="5353049" cy="3676649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4166298" y="2519057"/>
            <a:ext cx="221615" cy="295910"/>
          </a:xfrm>
          <a:custGeom>
            <a:avLst/>
            <a:gdLst/>
            <a:ahLst/>
            <a:cxnLst/>
            <a:rect l="l" t="t" r="r" b="b"/>
            <a:pathLst>
              <a:path w="221614" h="295910">
                <a:moveTo>
                  <a:pt x="38773" y="252742"/>
                </a:moveTo>
                <a:lnTo>
                  <a:pt x="0" y="252742"/>
                </a:lnTo>
                <a:lnTo>
                  <a:pt x="0" y="295732"/>
                </a:lnTo>
                <a:lnTo>
                  <a:pt x="38773" y="295732"/>
                </a:lnTo>
                <a:lnTo>
                  <a:pt x="38773" y="252742"/>
                </a:lnTo>
                <a:close/>
              </a:path>
              <a:path w="221614" h="295910">
                <a:moveTo>
                  <a:pt x="120180" y="0"/>
                </a:moveTo>
                <a:lnTo>
                  <a:pt x="0" y="0"/>
                </a:lnTo>
                <a:lnTo>
                  <a:pt x="0" y="42989"/>
                </a:lnTo>
                <a:lnTo>
                  <a:pt x="120180" y="42989"/>
                </a:lnTo>
                <a:lnTo>
                  <a:pt x="120180" y="0"/>
                </a:lnTo>
                <a:close/>
              </a:path>
              <a:path w="221614" h="295910">
                <a:moveTo>
                  <a:pt x="221068" y="252742"/>
                </a:moveTo>
                <a:lnTo>
                  <a:pt x="72377" y="252742"/>
                </a:lnTo>
                <a:lnTo>
                  <a:pt x="72377" y="295732"/>
                </a:lnTo>
                <a:lnTo>
                  <a:pt x="221068" y="295732"/>
                </a:lnTo>
                <a:lnTo>
                  <a:pt x="221068" y="252742"/>
                </a:lnTo>
                <a:close/>
              </a:path>
              <a:path w="221614" h="295910">
                <a:moveTo>
                  <a:pt x="221081" y="166306"/>
                </a:moveTo>
                <a:lnTo>
                  <a:pt x="0" y="166306"/>
                </a:lnTo>
                <a:lnTo>
                  <a:pt x="0" y="209296"/>
                </a:lnTo>
                <a:lnTo>
                  <a:pt x="221081" y="209296"/>
                </a:lnTo>
                <a:lnTo>
                  <a:pt x="221081" y="166306"/>
                </a:lnTo>
                <a:close/>
              </a:path>
              <a:path w="221614" h="295910">
                <a:moveTo>
                  <a:pt x="221081" y="79883"/>
                </a:moveTo>
                <a:lnTo>
                  <a:pt x="0" y="79883"/>
                </a:lnTo>
                <a:lnTo>
                  <a:pt x="0" y="122872"/>
                </a:lnTo>
                <a:lnTo>
                  <a:pt x="221081" y="122872"/>
                </a:lnTo>
                <a:lnTo>
                  <a:pt x="221081" y="79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6323" y="2411094"/>
            <a:ext cx="400050" cy="870585"/>
          </a:xfrm>
          <a:custGeom>
            <a:avLst/>
            <a:gdLst/>
            <a:ahLst/>
            <a:cxnLst/>
            <a:rect l="l" t="t" r="r" b="b"/>
            <a:pathLst>
              <a:path w="400050" h="870585">
                <a:moveTo>
                  <a:pt x="128028" y="187845"/>
                </a:moveTo>
                <a:lnTo>
                  <a:pt x="88963" y="187845"/>
                </a:lnTo>
                <a:lnTo>
                  <a:pt x="88963" y="230835"/>
                </a:lnTo>
                <a:lnTo>
                  <a:pt x="128028" y="230835"/>
                </a:lnTo>
                <a:lnTo>
                  <a:pt x="128028" y="187845"/>
                </a:lnTo>
                <a:close/>
              </a:path>
              <a:path w="400050" h="870585">
                <a:moveTo>
                  <a:pt x="209143" y="107962"/>
                </a:moveTo>
                <a:lnTo>
                  <a:pt x="88963" y="107962"/>
                </a:lnTo>
                <a:lnTo>
                  <a:pt x="88963" y="150952"/>
                </a:lnTo>
                <a:lnTo>
                  <a:pt x="209143" y="150952"/>
                </a:lnTo>
                <a:lnTo>
                  <a:pt x="209143" y="107962"/>
                </a:lnTo>
                <a:close/>
              </a:path>
              <a:path w="400050" h="870585">
                <a:moveTo>
                  <a:pt x="310032" y="360705"/>
                </a:moveTo>
                <a:lnTo>
                  <a:pt x="88963" y="360705"/>
                </a:lnTo>
                <a:lnTo>
                  <a:pt x="88963" y="403694"/>
                </a:lnTo>
                <a:lnTo>
                  <a:pt x="310032" y="403694"/>
                </a:lnTo>
                <a:lnTo>
                  <a:pt x="310032" y="360705"/>
                </a:lnTo>
                <a:close/>
              </a:path>
              <a:path w="400050" h="870585">
                <a:moveTo>
                  <a:pt x="310032" y="274269"/>
                </a:moveTo>
                <a:lnTo>
                  <a:pt x="88963" y="274269"/>
                </a:lnTo>
                <a:lnTo>
                  <a:pt x="88963" y="317258"/>
                </a:lnTo>
                <a:lnTo>
                  <a:pt x="310032" y="317258"/>
                </a:lnTo>
                <a:lnTo>
                  <a:pt x="310032" y="274269"/>
                </a:lnTo>
                <a:close/>
              </a:path>
              <a:path w="400050" h="870585">
                <a:moveTo>
                  <a:pt x="310032" y="187845"/>
                </a:moveTo>
                <a:lnTo>
                  <a:pt x="161632" y="187845"/>
                </a:lnTo>
                <a:lnTo>
                  <a:pt x="161632" y="230835"/>
                </a:lnTo>
                <a:lnTo>
                  <a:pt x="310032" y="230835"/>
                </a:lnTo>
                <a:lnTo>
                  <a:pt x="310032" y="187845"/>
                </a:lnTo>
                <a:close/>
              </a:path>
              <a:path w="400050" h="870585">
                <a:moveTo>
                  <a:pt x="399605" y="458076"/>
                </a:moveTo>
                <a:lnTo>
                  <a:pt x="399516" y="150837"/>
                </a:lnTo>
                <a:lnTo>
                  <a:pt x="399211" y="125374"/>
                </a:lnTo>
                <a:lnTo>
                  <a:pt x="399110" y="124815"/>
                </a:lnTo>
                <a:lnTo>
                  <a:pt x="386715" y="107683"/>
                </a:lnTo>
                <a:lnTo>
                  <a:pt x="356514" y="77558"/>
                </a:lnTo>
                <a:lnTo>
                  <a:pt x="356514" y="150837"/>
                </a:lnTo>
                <a:lnTo>
                  <a:pt x="356514" y="458076"/>
                </a:lnTo>
                <a:lnTo>
                  <a:pt x="43103" y="458076"/>
                </a:lnTo>
                <a:lnTo>
                  <a:pt x="43103" y="43002"/>
                </a:lnTo>
                <a:lnTo>
                  <a:pt x="248310" y="43002"/>
                </a:lnTo>
                <a:lnTo>
                  <a:pt x="248310" y="128879"/>
                </a:lnTo>
                <a:lnTo>
                  <a:pt x="249999" y="137210"/>
                </a:lnTo>
                <a:lnTo>
                  <a:pt x="254584" y="144030"/>
                </a:lnTo>
                <a:lnTo>
                  <a:pt x="261391" y="148640"/>
                </a:lnTo>
                <a:lnTo>
                  <a:pt x="269748" y="150368"/>
                </a:lnTo>
                <a:lnTo>
                  <a:pt x="356514" y="150837"/>
                </a:lnTo>
                <a:lnTo>
                  <a:pt x="356514" y="77558"/>
                </a:lnTo>
                <a:lnTo>
                  <a:pt x="352361" y="73406"/>
                </a:lnTo>
                <a:lnTo>
                  <a:pt x="325628" y="46736"/>
                </a:lnTo>
                <a:lnTo>
                  <a:pt x="325628" y="107569"/>
                </a:lnTo>
                <a:lnTo>
                  <a:pt x="291401" y="107492"/>
                </a:lnTo>
                <a:lnTo>
                  <a:pt x="291401" y="73406"/>
                </a:lnTo>
                <a:lnTo>
                  <a:pt x="325628" y="107569"/>
                </a:lnTo>
                <a:lnTo>
                  <a:pt x="325628" y="46736"/>
                </a:lnTo>
                <a:lnTo>
                  <a:pt x="284759" y="5956"/>
                </a:lnTo>
                <a:lnTo>
                  <a:pt x="276174" y="952"/>
                </a:lnTo>
                <a:lnTo>
                  <a:pt x="276694" y="952"/>
                </a:lnTo>
                <a:lnTo>
                  <a:pt x="271983" y="0"/>
                </a:lnTo>
                <a:lnTo>
                  <a:pt x="21551" y="0"/>
                </a:lnTo>
                <a:lnTo>
                  <a:pt x="13157" y="1689"/>
                </a:lnTo>
                <a:lnTo>
                  <a:pt x="6311" y="6299"/>
                </a:lnTo>
                <a:lnTo>
                  <a:pt x="1701" y="13131"/>
                </a:lnTo>
                <a:lnTo>
                  <a:pt x="0" y="21488"/>
                </a:lnTo>
                <a:lnTo>
                  <a:pt x="0" y="479552"/>
                </a:lnTo>
                <a:lnTo>
                  <a:pt x="1701" y="487934"/>
                </a:lnTo>
                <a:lnTo>
                  <a:pt x="6311" y="494766"/>
                </a:lnTo>
                <a:lnTo>
                  <a:pt x="13169" y="499376"/>
                </a:lnTo>
                <a:lnTo>
                  <a:pt x="21551" y="501065"/>
                </a:lnTo>
                <a:lnTo>
                  <a:pt x="187591" y="501065"/>
                </a:lnTo>
                <a:lnTo>
                  <a:pt x="187591" y="731685"/>
                </a:lnTo>
                <a:lnTo>
                  <a:pt x="149364" y="731685"/>
                </a:lnTo>
                <a:lnTo>
                  <a:pt x="140347" y="734136"/>
                </a:lnTo>
                <a:lnTo>
                  <a:pt x="134175" y="740435"/>
                </a:lnTo>
                <a:lnTo>
                  <a:pt x="131800" y="748906"/>
                </a:lnTo>
                <a:lnTo>
                  <a:pt x="134175" y="757936"/>
                </a:lnTo>
                <a:lnTo>
                  <a:pt x="193941" y="861225"/>
                </a:lnTo>
                <a:lnTo>
                  <a:pt x="200596" y="867791"/>
                </a:lnTo>
                <a:lnTo>
                  <a:pt x="209143" y="869975"/>
                </a:lnTo>
                <a:lnTo>
                  <a:pt x="217690" y="867791"/>
                </a:lnTo>
                <a:lnTo>
                  <a:pt x="224332" y="861225"/>
                </a:lnTo>
                <a:lnTo>
                  <a:pt x="284111" y="757936"/>
                </a:lnTo>
                <a:lnTo>
                  <a:pt x="286486" y="748906"/>
                </a:lnTo>
                <a:lnTo>
                  <a:pt x="284111" y="740435"/>
                </a:lnTo>
                <a:lnTo>
                  <a:pt x="277939" y="734136"/>
                </a:lnTo>
                <a:lnTo>
                  <a:pt x="268922" y="731685"/>
                </a:lnTo>
                <a:lnTo>
                  <a:pt x="230682" y="731685"/>
                </a:lnTo>
                <a:lnTo>
                  <a:pt x="230682" y="501065"/>
                </a:lnTo>
                <a:lnTo>
                  <a:pt x="378053" y="501065"/>
                </a:lnTo>
                <a:lnTo>
                  <a:pt x="386448" y="499376"/>
                </a:lnTo>
                <a:lnTo>
                  <a:pt x="393293" y="494766"/>
                </a:lnTo>
                <a:lnTo>
                  <a:pt x="397916" y="487934"/>
                </a:lnTo>
                <a:lnTo>
                  <a:pt x="399605" y="479552"/>
                </a:lnTo>
                <a:lnTo>
                  <a:pt x="399605" y="458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15598" y="2411107"/>
            <a:ext cx="539750" cy="870585"/>
          </a:xfrm>
          <a:custGeom>
            <a:avLst/>
            <a:gdLst/>
            <a:ahLst/>
            <a:cxnLst/>
            <a:rect l="l" t="t" r="r" b="b"/>
            <a:pathLst>
              <a:path w="539750" h="870585">
                <a:moveTo>
                  <a:pt x="348856" y="107950"/>
                </a:moveTo>
                <a:lnTo>
                  <a:pt x="228676" y="107950"/>
                </a:lnTo>
                <a:lnTo>
                  <a:pt x="228676" y="150939"/>
                </a:lnTo>
                <a:lnTo>
                  <a:pt x="348856" y="150939"/>
                </a:lnTo>
                <a:lnTo>
                  <a:pt x="348856" y="107950"/>
                </a:lnTo>
                <a:close/>
              </a:path>
              <a:path w="539750" h="870585">
                <a:moveTo>
                  <a:pt x="381177" y="274256"/>
                </a:moveTo>
                <a:lnTo>
                  <a:pt x="228676" y="274256"/>
                </a:lnTo>
                <a:lnTo>
                  <a:pt x="228676" y="317246"/>
                </a:lnTo>
                <a:lnTo>
                  <a:pt x="381177" y="317246"/>
                </a:lnTo>
                <a:lnTo>
                  <a:pt x="381177" y="274256"/>
                </a:lnTo>
                <a:close/>
              </a:path>
              <a:path w="539750" h="870585">
                <a:moveTo>
                  <a:pt x="449745" y="274256"/>
                </a:moveTo>
                <a:lnTo>
                  <a:pt x="409562" y="274256"/>
                </a:lnTo>
                <a:lnTo>
                  <a:pt x="409562" y="317246"/>
                </a:lnTo>
                <a:lnTo>
                  <a:pt x="449745" y="317246"/>
                </a:lnTo>
                <a:lnTo>
                  <a:pt x="449745" y="274256"/>
                </a:lnTo>
                <a:close/>
              </a:path>
              <a:path w="539750" h="870585">
                <a:moveTo>
                  <a:pt x="449757" y="360692"/>
                </a:moveTo>
                <a:lnTo>
                  <a:pt x="228676" y="360692"/>
                </a:lnTo>
                <a:lnTo>
                  <a:pt x="228676" y="403682"/>
                </a:lnTo>
                <a:lnTo>
                  <a:pt x="449757" y="403682"/>
                </a:lnTo>
                <a:lnTo>
                  <a:pt x="449757" y="360692"/>
                </a:lnTo>
                <a:close/>
              </a:path>
              <a:path w="539750" h="870585">
                <a:moveTo>
                  <a:pt x="449757" y="187833"/>
                </a:moveTo>
                <a:lnTo>
                  <a:pt x="228676" y="187833"/>
                </a:lnTo>
                <a:lnTo>
                  <a:pt x="228676" y="230822"/>
                </a:lnTo>
                <a:lnTo>
                  <a:pt x="449757" y="230822"/>
                </a:lnTo>
                <a:lnTo>
                  <a:pt x="449757" y="187833"/>
                </a:lnTo>
                <a:close/>
              </a:path>
              <a:path w="539750" h="870585">
                <a:moveTo>
                  <a:pt x="539318" y="458063"/>
                </a:moveTo>
                <a:lnTo>
                  <a:pt x="539292" y="150825"/>
                </a:lnTo>
                <a:lnTo>
                  <a:pt x="539178" y="127000"/>
                </a:lnTo>
                <a:lnTo>
                  <a:pt x="539064" y="126212"/>
                </a:lnTo>
                <a:lnTo>
                  <a:pt x="539013" y="125780"/>
                </a:lnTo>
                <a:lnTo>
                  <a:pt x="538924" y="125361"/>
                </a:lnTo>
                <a:lnTo>
                  <a:pt x="538822" y="124815"/>
                </a:lnTo>
                <a:lnTo>
                  <a:pt x="538378" y="123177"/>
                </a:lnTo>
                <a:lnTo>
                  <a:pt x="496214" y="77533"/>
                </a:lnTo>
                <a:lnTo>
                  <a:pt x="496214" y="150825"/>
                </a:lnTo>
                <a:lnTo>
                  <a:pt x="496214" y="458063"/>
                </a:lnTo>
                <a:lnTo>
                  <a:pt x="182816" y="458063"/>
                </a:lnTo>
                <a:lnTo>
                  <a:pt x="182816" y="42989"/>
                </a:lnTo>
                <a:lnTo>
                  <a:pt x="388023" y="42989"/>
                </a:lnTo>
                <a:lnTo>
                  <a:pt x="388023" y="128866"/>
                </a:lnTo>
                <a:lnTo>
                  <a:pt x="389699" y="137198"/>
                </a:lnTo>
                <a:lnTo>
                  <a:pt x="394296" y="144018"/>
                </a:lnTo>
                <a:lnTo>
                  <a:pt x="401104" y="148628"/>
                </a:lnTo>
                <a:lnTo>
                  <a:pt x="409448" y="150355"/>
                </a:lnTo>
                <a:lnTo>
                  <a:pt x="496214" y="150825"/>
                </a:lnTo>
                <a:lnTo>
                  <a:pt x="496214" y="77533"/>
                </a:lnTo>
                <a:lnTo>
                  <a:pt x="492074" y="73393"/>
                </a:lnTo>
                <a:lnTo>
                  <a:pt x="465340" y="46736"/>
                </a:lnTo>
                <a:lnTo>
                  <a:pt x="465340" y="107556"/>
                </a:lnTo>
                <a:lnTo>
                  <a:pt x="431114" y="107480"/>
                </a:lnTo>
                <a:lnTo>
                  <a:pt x="431114" y="73393"/>
                </a:lnTo>
                <a:lnTo>
                  <a:pt x="465340" y="107556"/>
                </a:lnTo>
                <a:lnTo>
                  <a:pt x="465340" y="46736"/>
                </a:lnTo>
                <a:lnTo>
                  <a:pt x="424472" y="5956"/>
                </a:lnTo>
                <a:lnTo>
                  <a:pt x="416293" y="1079"/>
                </a:lnTo>
                <a:lnTo>
                  <a:pt x="416636" y="1079"/>
                </a:lnTo>
                <a:lnTo>
                  <a:pt x="412064" y="0"/>
                </a:lnTo>
                <a:lnTo>
                  <a:pt x="161264" y="0"/>
                </a:lnTo>
                <a:lnTo>
                  <a:pt x="152882" y="1689"/>
                </a:lnTo>
                <a:lnTo>
                  <a:pt x="146024" y="6286"/>
                </a:lnTo>
                <a:lnTo>
                  <a:pt x="141414" y="13119"/>
                </a:lnTo>
                <a:lnTo>
                  <a:pt x="139712" y="21488"/>
                </a:lnTo>
                <a:lnTo>
                  <a:pt x="139712" y="479552"/>
                </a:lnTo>
                <a:lnTo>
                  <a:pt x="141414" y="487921"/>
                </a:lnTo>
                <a:lnTo>
                  <a:pt x="146024" y="494753"/>
                </a:lnTo>
                <a:lnTo>
                  <a:pt x="152882" y="499364"/>
                </a:lnTo>
                <a:lnTo>
                  <a:pt x="161264" y="501053"/>
                </a:lnTo>
                <a:lnTo>
                  <a:pt x="336943" y="501053"/>
                </a:lnTo>
                <a:lnTo>
                  <a:pt x="336943" y="541807"/>
                </a:lnTo>
                <a:lnTo>
                  <a:pt x="332892" y="561771"/>
                </a:lnTo>
                <a:lnTo>
                  <a:pt x="321856" y="578091"/>
                </a:lnTo>
                <a:lnTo>
                  <a:pt x="305498" y="589102"/>
                </a:lnTo>
                <a:lnTo>
                  <a:pt x="285496" y="593140"/>
                </a:lnTo>
                <a:lnTo>
                  <a:pt x="150342" y="593140"/>
                </a:lnTo>
                <a:lnTo>
                  <a:pt x="113576" y="600557"/>
                </a:lnTo>
                <a:lnTo>
                  <a:pt x="83515" y="620788"/>
                </a:lnTo>
                <a:lnTo>
                  <a:pt x="63233" y="650773"/>
                </a:lnTo>
                <a:lnTo>
                  <a:pt x="63157" y="651179"/>
                </a:lnTo>
                <a:lnTo>
                  <a:pt x="55791" y="687451"/>
                </a:lnTo>
                <a:lnTo>
                  <a:pt x="55791" y="731659"/>
                </a:lnTo>
                <a:lnTo>
                  <a:pt x="17564" y="731659"/>
                </a:lnTo>
                <a:lnTo>
                  <a:pt x="8547" y="734123"/>
                </a:lnTo>
                <a:lnTo>
                  <a:pt x="2374" y="740410"/>
                </a:lnTo>
                <a:lnTo>
                  <a:pt x="0" y="748880"/>
                </a:lnTo>
                <a:lnTo>
                  <a:pt x="2374" y="757910"/>
                </a:lnTo>
                <a:lnTo>
                  <a:pt x="62141" y="861199"/>
                </a:lnTo>
                <a:lnTo>
                  <a:pt x="68795" y="867765"/>
                </a:lnTo>
                <a:lnTo>
                  <a:pt x="77343" y="869962"/>
                </a:lnTo>
                <a:lnTo>
                  <a:pt x="85890" y="867765"/>
                </a:lnTo>
                <a:lnTo>
                  <a:pt x="92532" y="861199"/>
                </a:lnTo>
                <a:lnTo>
                  <a:pt x="152311" y="757910"/>
                </a:lnTo>
                <a:lnTo>
                  <a:pt x="154686" y="748880"/>
                </a:lnTo>
                <a:lnTo>
                  <a:pt x="152311" y="740410"/>
                </a:lnTo>
                <a:lnTo>
                  <a:pt x="146138" y="734123"/>
                </a:lnTo>
                <a:lnTo>
                  <a:pt x="137121" y="731659"/>
                </a:lnTo>
                <a:lnTo>
                  <a:pt x="98894" y="731659"/>
                </a:lnTo>
                <a:lnTo>
                  <a:pt x="98894" y="687451"/>
                </a:lnTo>
                <a:lnTo>
                  <a:pt x="102933" y="667499"/>
                </a:lnTo>
                <a:lnTo>
                  <a:pt x="113982" y="651179"/>
                </a:lnTo>
                <a:lnTo>
                  <a:pt x="130327" y="640168"/>
                </a:lnTo>
                <a:lnTo>
                  <a:pt x="150342" y="636130"/>
                </a:lnTo>
                <a:lnTo>
                  <a:pt x="285496" y="636130"/>
                </a:lnTo>
                <a:lnTo>
                  <a:pt x="322262" y="628700"/>
                </a:lnTo>
                <a:lnTo>
                  <a:pt x="352310" y="608469"/>
                </a:lnTo>
                <a:lnTo>
                  <a:pt x="372592" y="578485"/>
                </a:lnTo>
                <a:lnTo>
                  <a:pt x="372681" y="578091"/>
                </a:lnTo>
                <a:lnTo>
                  <a:pt x="380034" y="541807"/>
                </a:lnTo>
                <a:lnTo>
                  <a:pt x="380034" y="501053"/>
                </a:lnTo>
                <a:lnTo>
                  <a:pt x="517766" y="501053"/>
                </a:lnTo>
                <a:lnTo>
                  <a:pt x="526148" y="499364"/>
                </a:lnTo>
                <a:lnTo>
                  <a:pt x="533006" y="494753"/>
                </a:lnTo>
                <a:lnTo>
                  <a:pt x="537616" y="487921"/>
                </a:lnTo>
                <a:lnTo>
                  <a:pt x="539318" y="479552"/>
                </a:lnTo>
                <a:lnTo>
                  <a:pt x="539318" y="458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77335" y="2411119"/>
            <a:ext cx="1202690" cy="1743075"/>
          </a:xfrm>
          <a:custGeom>
            <a:avLst/>
            <a:gdLst/>
            <a:ahLst/>
            <a:cxnLst/>
            <a:rect l="l" t="t" r="r" b="b"/>
            <a:pathLst>
              <a:path w="1202689" h="1743075">
                <a:moveTo>
                  <a:pt x="557999" y="748893"/>
                </a:moveTo>
                <a:lnTo>
                  <a:pt x="555625" y="740410"/>
                </a:lnTo>
                <a:lnTo>
                  <a:pt x="549452" y="734123"/>
                </a:lnTo>
                <a:lnTo>
                  <a:pt x="540435" y="731659"/>
                </a:lnTo>
                <a:lnTo>
                  <a:pt x="502196" y="731659"/>
                </a:lnTo>
                <a:lnTo>
                  <a:pt x="502196" y="687451"/>
                </a:lnTo>
                <a:lnTo>
                  <a:pt x="494753" y="650773"/>
                </a:lnTo>
                <a:lnTo>
                  <a:pt x="474484" y="620801"/>
                </a:lnTo>
                <a:lnTo>
                  <a:pt x="444423" y="600557"/>
                </a:lnTo>
                <a:lnTo>
                  <a:pt x="407657" y="593140"/>
                </a:lnTo>
                <a:lnTo>
                  <a:pt x="272503" y="593140"/>
                </a:lnTo>
                <a:lnTo>
                  <a:pt x="252501" y="589102"/>
                </a:lnTo>
                <a:lnTo>
                  <a:pt x="236143" y="578091"/>
                </a:lnTo>
                <a:lnTo>
                  <a:pt x="225107" y="561771"/>
                </a:lnTo>
                <a:lnTo>
                  <a:pt x="221056" y="541807"/>
                </a:lnTo>
                <a:lnTo>
                  <a:pt x="221056" y="501053"/>
                </a:lnTo>
                <a:lnTo>
                  <a:pt x="378066" y="501053"/>
                </a:lnTo>
                <a:lnTo>
                  <a:pt x="386448" y="499364"/>
                </a:lnTo>
                <a:lnTo>
                  <a:pt x="393293" y="494753"/>
                </a:lnTo>
                <a:lnTo>
                  <a:pt x="397916" y="487921"/>
                </a:lnTo>
                <a:lnTo>
                  <a:pt x="399605" y="479552"/>
                </a:lnTo>
                <a:lnTo>
                  <a:pt x="399605" y="458050"/>
                </a:lnTo>
                <a:lnTo>
                  <a:pt x="399516" y="150812"/>
                </a:lnTo>
                <a:lnTo>
                  <a:pt x="386715" y="107657"/>
                </a:lnTo>
                <a:lnTo>
                  <a:pt x="356514" y="77533"/>
                </a:lnTo>
                <a:lnTo>
                  <a:pt x="356514" y="150812"/>
                </a:lnTo>
                <a:lnTo>
                  <a:pt x="356514" y="458050"/>
                </a:lnTo>
                <a:lnTo>
                  <a:pt x="43103" y="458050"/>
                </a:lnTo>
                <a:lnTo>
                  <a:pt x="43103" y="42976"/>
                </a:lnTo>
                <a:lnTo>
                  <a:pt x="248310" y="42976"/>
                </a:lnTo>
                <a:lnTo>
                  <a:pt x="248310" y="128854"/>
                </a:lnTo>
                <a:lnTo>
                  <a:pt x="249986" y="137185"/>
                </a:lnTo>
                <a:lnTo>
                  <a:pt x="254584" y="144005"/>
                </a:lnTo>
                <a:lnTo>
                  <a:pt x="261391" y="148615"/>
                </a:lnTo>
                <a:lnTo>
                  <a:pt x="269735" y="150342"/>
                </a:lnTo>
                <a:lnTo>
                  <a:pt x="356514" y="150812"/>
                </a:lnTo>
                <a:lnTo>
                  <a:pt x="356514" y="77533"/>
                </a:lnTo>
                <a:lnTo>
                  <a:pt x="352361" y="73380"/>
                </a:lnTo>
                <a:lnTo>
                  <a:pt x="325628" y="46723"/>
                </a:lnTo>
                <a:lnTo>
                  <a:pt x="325628" y="107543"/>
                </a:lnTo>
                <a:lnTo>
                  <a:pt x="291401" y="107467"/>
                </a:lnTo>
                <a:lnTo>
                  <a:pt x="291401" y="73380"/>
                </a:lnTo>
                <a:lnTo>
                  <a:pt x="325628" y="107543"/>
                </a:lnTo>
                <a:lnTo>
                  <a:pt x="325628" y="46723"/>
                </a:lnTo>
                <a:lnTo>
                  <a:pt x="284759" y="5943"/>
                </a:lnTo>
                <a:lnTo>
                  <a:pt x="276606" y="1066"/>
                </a:lnTo>
                <a:lnTo>
                  <a:pt x="276821" y="1066"/>
                </a:lnTo>
                <a:lnTo>
                  <a:pt x="272529" y="0"/>
                </a:lnTo>
                <a:lnTo>
                  <a:pt x="21551" y="0"/>
                </a:lnTo>
                <a:lnTo>
                  <a:pt x="13169" y="1689"/>
                </a:lnTo>
                <a:lnTo>
                  <a:pt x="6311" y="6299"/>
                </a:lnTo>
                <a:lnTo>
                  <a:pt x="1701" y="13131"/>
                </a:lnTo>
                <a:lnTo>
                  <a:pt x="0" y="21488"/>
                </a:lnTo>
                <a:lnTo>
                  <a:pt x="0" y="479552"/>
                </a:lnTo>
                <a:lnTo>
                  <a:pt x="1701" y="487921"/>
                </a:lnTo>
                <a:lnTo>
                  <a:pt x="6311" y="494753"/>
                </a:lnTo>
                <a:lnTo>
                  <a:pt x="13169" y="499364"/>
                </a:lnTo>
                <a:lnTo>
                  <a:pt x="21551" y="501053"/>
                </a:lnTo>
                <a:lnTo>
                  <a:pt x="177952" y="501053"/>
                </a:lnTo>
                <a:lnTo>
                  <a:pt x="177952" y="541807"/>
                </a:lnTo>
                <a:lnTo>
                  <a:pt x="185394" y="578485"/>
                </a:lnTo>
                <a:lnTo>
                  <a:pt x="205676" y="608469"/>
                </a:lnTo>
                <a:lnTo>
                  <a:pt x="235737" y="628700"/>
                </a:lnTo>
                <a:lnTo>
                  <a:pt x="272503" y="636130"/>
                </a:lnTo>
                <a:lnTo>
                  <a:pt x="407657" y="636130"/>
                </a:lnTo>
                <a:lnTo>
                  <a:pt x="427659" y="640168"/>
                </a:lnTo>
                <a:lnTo>
                  <a:pt x="444017" y="651179"/>
                </a:lnTo>
                <a:lnTo>
                  <a:pt x="455053" y="667499"/>
                </a:lnTo>
                <a:lnTo>
                  <a:pt x="459105" y="687451"/>
                </a:lnTo>
                <a:lnTo>
                  <a:pt x="459105" y="731659"/>
                </a:lnTo>
                <a:lnTo>
                  <a:pt x="420878" y="731659"/>
                </a:lnTo>
                <a:lnTo>
                  <a:pt x="411861" y="734123"/>
                </a:lnTo>
                <a:lnTo>
                  <a:pt x="405688" y="740410"/>
                </a:lnTo>
                <a:lnTo>
                  <a:pt x="403313" y="748893"/>
                </a:lnTo>
                <a:lnTo>
                  <a:pt x="405688" y="757910"/>
                </a:lnTo>
                <a:lnTo>
                  <a:pt x="465455" y="861199"/>
                </a:lnTo>
                <a:lnTo>
                  <a:pt x="472109" y="867765"/>
                </a:lnTo>
                <a:lnTo>
                  <a:pt x="480656" y="869962"/>
                </a:lnTo>
                <a:lnTo>
                  <a:pt x="489204" y="867765"/>
                </a:lnTo>
                <a:lnTo>
                  <a:pt x="495846" y="861199"/>
                </a:lnTo>
                <a:lnTo>
                  <a:pt x="555625" y="757910"/>
                </a:lnTo>
                <a:lnTo>
                  <a:pt x="557999" y="748893"/>
                </a:lnTo>
                <a:close/>
              </a:path>
              <a:path w="1202689" h="1743075">
                <a:moveTo>
                  <a:pt x="1202436" y="1050696"/>
                </a:moveTo>
                <a:lnTo>
                  <a:pt x="1182052" y="1003668"/>
                </a:lnTo>
                <a:lnTo>
                  <a:pt x="1142936" y="973823"/>
                </a:lnTo>
                <a:lnTo>
                  <a:pt x="1133487" y="969048"/>
                </a:lnTo>
                <a:lnTo>
                  <a:pt x="1133487" y="1050696"/>
                </a:lnTo>
                <a:lnTo>
                  <a:pt x="1133487" y="1132636"/>
                </a:lnTo>
                <a:lnTo>
                  <a:pt x="1133487" y="1600390"/>
                </a:lnTo>
                <a:lnTo>
                  <a:pt x="1127188" y="1614182"/>
                </a:lnTo>
                <a:lnTo>
                  <a:pt x="1081290" y="1643011"/>
                </a:lnTo>
                <a:lnTo>
                  <a:pt x="1044625" y="1656194"/>
                </a:lnTo>
                <a:lnTo>
                  <a:pt x="1001306" y="1667421"/>
                </a:lnTo>
                <a:lnTo>
                  <a:pt x="953274" y="1676336"/>
                </a:lnTo>
                <a:lnTo>
                  <a:pt x="901306" y="1682826"/>
                </a:lnTo>
                <a:lnTo>
                  <a:pt x="846213" y="1686788"/>
                </a:lnTo>
                <a:lnTo>
                  <a:pt x="788797" y="1688134"/>
                </a:lnTo>
                <a:lnTo>
                  <a:pt x="731367" y="1686788"/>
                </a:lnTo>
                <a:lnTo>
                  <a:pt x="676275" y="1682826"/>
                </a:lnTo>
                <a:lnTo>
                  <a:pt x="624306" y="1676336"/>
                </a:lnTo>
                <a:lnTo>
                  <a:pt x="576262" y="1667421"/>
                </a:lnTo>
                <a:lnTo>
                  <a:pt x="532968" y="1656194"/>
                </a:lnTo>
                <a:lnTo>
                  <a:pt x="496303" y="1643011"/>
                </a:lnTo>
                <a:lnTo>
                  <a:pt x="450392" y="1614182"/>
                </a:lnTo>
                <a:lnTo>
                  <a:pt x="450316" y="1614004"/>
                </a:lnTo>
                <a:lnTo>
                  <a:pt x="444106" y="1600390"/>
                </a:lnTo>
                <a:lnTo>
                  <a:pt x="444106" y="1495132"/>
                </a:lnTo>
                <a:lnTo>
                  <a:pt x="458317" y="1501914"/>
                </a:lnTo>
                <a:lnTo>
                  <a:pt x="473786" y="1508379"/>
                </a:lnTo>
                <a:lnTo>
                  <a:pt x="548043" y="1530908"/>
                </a:lnTo>
                <a:lnTo>
                  <a:pt x="591197" y="1539722"/>
                </a:lnTo>
                <a:lnTo>
                  <a:pt x="637374" y="1546682"/>
                </a:lnTo>
                <a:lnTo>
                  <a:pt x="686028" y="1551736"/>
                </a:lnTo>
                <a:lnTo>
                  <a:pt x="736676" y="1554822"/>
                </a:lnTo>
                <a:lnTo>
                  <a:pt x="788797" y="1555864"/>
                </a:lnTo>
                <a:lnTo>
                  <a:pt x="840917" y="1554822"/>
                </a:lnTo>
                <a:lnTo>
                  <a:pt x="891565" y="1551736"/>
                </a:lnTo>
                <a:lnTo>
                  <a:pt x="940219" y="1546682"/>
                </a:lnTo>
                <a:lnTo>
                  <a:pt x="986383" y="1539722"/>
                </a:lnTo>
                <a:lnTo>
                  <a:pt x="1029550" y="1530908"/>
                </a:lnTo>
                <a:lnTo>
                  <a:pt x="1069200" y="1520317"/>
                </a:lnTo>
                <a:lnTo>
                  <a:pt x="1119276" y="1501914"/>
                </a:lnTo>
                <a:lnTo>
                  <a:pt x="1133487" y="1495132"/>
                </a:lnTo>
                <a:lnTo>
                  <a:pt x="1133487" y="1413192"/>
                </a:lnTo>
                <a:lnTo>
                  <a:pt x="1127188" y="1426984"/>
                </a:lnTo>
                <a:lnTo>
                  <a:pt x="1109306" y="1441500"/>
                </a:lnTo>
                <a:lnTo>
                  <a:pt x="1044625" y="1468996"/>
                </a:lnTo>
                <a:lnTo>
                  <a:pt x="1001306" y="1480223"/>
                </a:lnTo>
                <a:lnTo>
                  <a:pt x="953274" y="1489125"/>
                </a:lnTo>
                <a:lnTo>
                  <a:pt x="901306" y="1495615"/>
                </a:lnTo>
                <a:lnTo>
                  <a:pt x="846213" y="1499590"/>
                </a:lnTo>
                <a:lnTo>
                  <a:pt x="788797" y="1500936"/>
                </a:lnTo>
                <a:lnTo>
                  <a:pt x="731367" y="1499590"/>
                </a:lnTo>
                <a:lnTo>
                  <a:pt x="676275" y="1495615"/>
                </a:lnTo>
                <a:lnTo>
                  <a:pt x="624306" y="1489125"/>
                </a:lnTo>
                <a:lnTo>
                  <a:pt x="576262" y="1480223"/>
                </a:lnTo>
                <a:lnTo>
                  <a:pt x="532968" y="1468996"/>
                </a:lnTo>
                <a:lnTo>
                  <a:pt x="496303" y="1455813"/>
                </a:lnTo>
                <a:lnTo>
                  <a:pt x="450392" y="1426984"/>
                </a:lnTo>
                <a:lnTo>
                  <a:pt x="444106" y="1413192"/>
                </a:lnTo>
                <a:lnTo>
                  <a:pt x="444106" y="1319834"/>
                </a:lnTo>
                <a:lnTo>
                  <a:pt x="458317" y="1326616"/>
                </a:lnTo>
                <a:lnTo>
                  <a:pt x="473786" y="1333080"/>
                </a:lnTo>
                <a:lnTo>
                  <a:pt x="548043" y="1355598"/>
                </a:lnTo>
                <a:lnTo>
                  <a:pt x="591197" y="1364411"/>
                </a:lnTo>
                <a:lnTo>
                  <a:pt x="637374" y="1371384"/>
                </a:lnTo>
                <a:lnTo>
                  <a:pt x="686028" y="1376438"/>
                </a:lnTo>
                <a:lnTo>
                  <a:pt x="736676" y="1379512"/>
                </a:lnTo>
                <a:lnTo>
                  <a:pt x="788797" y="1380553"/>
                </a:lnTo>
                <a:lnTo>
                  <a:pt x="840917" y="1379512"/>
                </a:lnTo>
                <a:lnTo>
                  <a:pt x="891565" y="1376438"/>
                </a:lnTo>
                <a:lnTo>
                  <a:pt x="940219" y="1371384"/>
                </a:lnTo>
                <a:lnTo>
                  <a:pt x="986383" y="1364411"/>
                </a:lnTo>
                <a:lnTo>
                  <a:pt x="1029550" y="1355598"/>
                </a:lnTo>
                <a:lnTo>
                  <a:pt x="1069200" y="1345018"/>
                </a:lnTo>
                <a:lnTo>
                  <a:pt x="1119276" y="1326616"/>
                </a:lnTo>
                <a:lnTo>
                  <a:pt x="1133487" y="1319834"/>
                </a:lnTo>
                <a:lnTo>
                  <a:pt x="1133487" y="1237894"/>
                </a:lnTo>
                <a:lnTo>
                  <a:pt x="1127188" y="1251686"/>
                </a:lnTo>
                <a:lnTo>
                  <a:pt x="1109306" y="1266202"/>
                </a:lnTo>
                <a:lnTo>
                  <a:pt x="1044625" y="1293685"/>
                </a:lnTo>
                <a:lnTo>
                  <a:pt x="1001306" y="1304925"/>
                </a:lnTo>
                <a:lnTo>
                  <a:pt x="953274" y="1313827"/>
                </a:lnTo>
                <a:lnTo>
                  <a:pt x="901306" y="1320317"/>
                </a:lnTo>
                <a:lnTo>
                  <a:pt x="846213" y="1324292"/>
                </a:lnTo>
                <a:lnTo>
                  <a:pt x="788797" y="1325638"/>
                </a:lnTo>
                <a:lnTo>
                  <a:pt x="731367" y="1324292"/>
                </a:lnTo>
                <a:lnTo>
                  <a:pt x="676275" y="1320317"/>
                </a:lnTo>
                <a:lnTo>
                  <a:pt x="624306" y="1313827"/>
                </a:lnTo>
                <a:lnTo>
                  <a:pt x="576262" y="1304925"/>
                </a:lnTo>
                <a:lnTo>
                  <a:pt x="532968" y="1293685"/>
                </a:lnTo>
                <a:lnTo>
                  <a:pt x="496303" y="1280515"/>
                </a:lnTo>
                <a:lnTo>
                  <a:pt x="450392" y="1251686"/>
                </a:lnTo>
                <a:lnTo>
                  <a:pt x="444106" y="1237894"/>
                </a:lnTo>
                <a:lnTo>
                  <a:pt x="444106" y="1132636"/>
                </a:lnTo>
                <a:lnTo>
                  <a:pt x="458317" y="1139418"/>
                </a:lnTo>
                <a:lnTo>
                  <a:pt x="473786" y="1145882"/>
                </a:lnTo>
                <a:lnTo>
                  <a:pt x="548043" y="1168400"/>
                </a:lnTo>
                <a:lnTo>
                  <a:pt x="591197" y="1177213"/>
                </a:lnTo>
                <a:lnTo>
                  <a:pt x="637374" y="1184186"/>
                </a:lnTo>
                <a:lnTo>
                  <a:pt x="686028" y="1189240"/>
                </a:lnTo>
                <a:lnTo>
                  <a:pt x="736676" y="1192314"/>
                </a:lnTo>
                <a:lnTo>
                  <a:pt x="788797" y="1193355"/>
                </a:lnTo>
                <a:lnTo>
                  <a:pt x="840917" y="1192314"/>
                </a:lnTo>
                <a:lnTo>
                  <a:pt x="891565" y="1189240"/>
                </a:lnTo>
                <a:lnTo>
                  <a:pt x="940219" y="1184186"/>
                </a:lnTo>
                <a:lnTo>
                  <a:pt x="986383" y="1177213"/>
                </a:lnTo>
                <a:lnTo>
                  <a:pt x="1029550" y="1168400"/>
                </a:lnTo>
                <a:lnTo>
                  <a:pt x="1069200" y="1157808"/>
                </a:lnTo>
                <a:lnTo>
                  <a:pt x="1119276" y="1139418"/>
                </a:lnTo>
                <a:lnTo>
                  <a:pt x="1121321" y="1138440"/>
                </a:lnTo>
                <a:lnTo>
                  <a:pt x="1133487" y="1132636"/>
                </a:lnTo>
                <a:lnTo>
                  <a:pt x="1133487" y="1050696"/>
                </a:lnTo>
                <a:lnTo>
                  <a:pt x="1127188" y="1064488"/>
                </a:lnTo>
                <a:lnTo>
                  <a:pt x="1109294" y="1079004"/>
                </a:lnTo>
                <a:lnTo>
                  <a:pt x="1044625" y="1106500"/>
                </a:lnTo>
                <a:lnTo>
                  <a:pt x="1001318" y="1117727"/>
                </a:lnTo>
                <a:lnTo>
                  <a:pt x="953274" y="1126642"/>
                </a:lnTo>
                <a:lnTo>
                  <a:pt x="901306" y="1133132"/>
                </a:lnTo>
                <a:lnTo>
                  <a:pt x="846213" y="1137094"/>
                </a:lnTo>
                <a:lnTo>
                  <a:pt x="788797" y="1138440"/>
                </a:lnTo>
                <a:lnTo>
                  <a:pt x="731367" y="1137094"/>
                </a:lnTo>
                <a:lnTo>
                  <a:pt x="676275" y="1133132"/>
                </a:lnTo>
                <a:lnTo>
                  <a:pt x="672312" y="1132636"/>
                </a:lnTo>
                <a:lnTo>
                  <a:pt x="624306" y="1126642"/>
                </a:lnTo>
                <a:lnTo>
                  <a:pt x="576262" y="1117727"/>
                </a:lnTo>
                <a:lnTo>
                  <a:pt x="532968" y="1106500"/>
                </a:lnTo>
                <a:lnTo>
                  <a:pt x="496303" y="1093317"/>
                </a:lnTo>
                <a:lnTo>
                  <a:pt x="450392" y="1064488"/>
                </a:lnTo>
                <a:lnTo>
                  <a:pt x="444106" y="1050696"/>
                </a:lnTo>
                <a:lnTo>
                  <a:pt x="450392" y="1036904"/>
                </a:lnTo>
                <a:lnTo>
                  <a:pt x="496303" y="1008075"/>
                </a:lnTo>
                <a:lnTo>
                  <a:pt x="532968" y="994892"/>
                </a:lnTo>
                <a:lnTo>
                  <a:pt x="576287" y="983665"/>
                </a:lnTo>
                <a:lnTo>
                  <a:pt x="624332" y="974750"/>
                </a:lnTo>
                <a:lnTo>
                  <a:pt x="676300" y="968260"/>
                </a:lnTo>
                <a:lnTo>
                  <a:pt x="731393" y="964298"/>
                </a:lnTo>
                <a:lnTo>
                  <a:pt x="788784" y="962964"/>
                </a:lnTo>
                <a:lnTo>
                  <a:pt x="846213" y="964298"/>
                </a:lnTo>
                <a:lnTo>
                  <a:pt x="901306" y="968260"/>
                </a:lnTo>
                <a:lnTo>
                  <a:pt x="953274" y="974750"/>
                </a:lnTo>
                <a:lnTo>
                  <a:pt x="1001318" y="983665"/>
                </a:lnTo>
                <a:lnTo>
                  <a:pt x="1044625" y="994892"/>
                </a:lnTo>
                <a:lnTo>
                  <a:pt x="1081278" y="1008075"/>
                </a:lnTo>
                <a:lnTo>
                  <a:pt x="1127188" y="1036904"/>
                </a:lnTo>
                <a:lnTo>
                  <a:pt x="1133487" y="1050696"/>
                </a:lnTo>
                <a:lnTo>
                  <a:pt x="1133487" y="969048"/>
                </a:lnTo>
                <a:lnTo>
                  <a:pt x="1096822" y="952842"/>
                </a:lnTo>
                <a:lnTo>
                  <a:pt x="1029550" y="932980"/>
                </a:lnTo>
                <a:lnTo>
                  <a:pt x="986383" y="924166"/>
                </a:lnTo>
                <a:lnTo>
                  <a:pt x="940219" y="917194"/>
                </a:lnTo>
                <a:lnTo>
                  <a:pt x="891552" y="912139"/>
                </a:lnTo>
                <a:lnTo>
                  <a:pt x="840917" y="909066"/>
                </a:lnTo>
                <a:lnTo>
                  <a:pt x="788784" y="908024"/>
                </a:lnTo>
                <a:lnTo>
                  <a:pt x="736688" y="909066"/>
                </a:lnTo>
                <a:lnTo>
                  <a:pt x="686041" y="912139"/>
                </a:lnTo>
                <a:lnTo>
                  <a:pt x="637374" y="917194"/>
                </a:lnTo>
                <a:lnTo>
                  <a:pt x="591210" y="924166"/>
                </a:lnTo>
                <a:lnTo>
                  <a:pt x="548043" y="932980"/>
                </a:lnTo>
                <a:lnTo>
                  <a:pt x="508393" y="943571"/>
                </a:lnTo>
                <a:lnTo>
                  <a:pt x="456145" y="962939"/>
                </a:lnTo>
                <a:lnTo>
                  <a:pt x="416318" y="985456"/>
                </a:lnTo>
                <a:lnTo>
                  <a:pt x="382968" y="1021143"/>
                </a:lnTo>
                <a:lnTo>
                  <a:pt x="375145" y="1050696"/>
                </a:lnTo>
                <a:lnTo>
                  <a:pt x="375145" y="1600390"/>
                </a:lnTo>
                <a:lnTo>
                  <a:pt x="395528" y="1647405"/>
                </a:lnTo>
                <a:lnTo>
                  <a:pt x="434644" y="1677263"/>
                </a:lnTo>
                <a:lnTo>
                  <a:pt x="480758" y="1698244"/>
                </a:lnTo>
                <a:lnTo>
                  <a:pt x="548030" y="1718106"/>
                </a:lnTo>
                <a:lnTo>
                  <a:pt x="591197" y="1726920"/>
                </a:lnTo>
                <a:lnTo>
                  <a:pt x="637362" y="1733880"/>
                </a:lnTo>
                <a:lnTo>
                  <a:pt x="686028" y="1738934"/>
                </a:lnTo>
                <a:lnTo>
                  <a:pt x="736663" y="1742020"/>
                </a:lnTo>
                <a:lnTo>
                  <a:pt x="788784" y="1743062"/>
                </a:lnTo>
                <a:lnTo>
                  <a:pt x="840905" y="1742020"/>
                </a:lnTo>
                <a:lnTo>
                  <a:pt x="891552" y="1738934"/>
                </a:lnTo>
                <a:lnTo>
                  <a:pt x="940219" y="1733880"/>
                </a:lnTo>
                <a:lnTo>
                  <a:pt x="986383" y="1726920"/>
                </a:lnTo>
                <a:lnTo>
                  <a:pt x="1029550" y="1718106"/>
                </a:lnTo>
                <a:lnTo>
                  <a:pt x="1069200" y="1707515"/>
                </a:lnTo>
                <a:lnTo>
                  <a:pt x="1121460" y="1688134"/>
                </a:lnTo>
                <a:lnTo>
                  <a:pt x="1161262" y="1665630"/>
                </a:lnTo>
                <a:lnTo>
                  <a:pt x="1194612" y="1629943"/>
                </a:lnTo>
                <a:lnTo>
                  <a:pt x="1202436" y="1600390"/>
                </a:lnTo>
                <a:lnTo>
                  <a:pt x="1202436" y="1495132"/>
                </a:lnTo>
                <a:lnTo>
                  <a:pt x="1202436" y="1319834"/>
                </a:lnTo>
                <a:lnTo>
                  <a:pt x="1202436" y="1132636"/>
                </a:lnTo>
                <a:lnTo>
                  <a:pt x="1202436" y="1050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20466" y="3486904"/>
            <a:ext cx="5372099" cy="25622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20466" y="2837892"/>
            <a:ext cx="5372099" cy="88582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0537403" y="2552988"/>
            <a:ext cx="990600" cy="990600"/>
            <a:chOff x="10537403" y="2552988"/>
            <a:chExt cx="990600" cy="990600"/>
          </a:xfrm>
        </p:grpSpPr>
        <p:sp>
          <p:nvSpPr>
            <p:cNvPr id="25" name="object 25"/>
            <p:cNvSpPr/>
            <p:nvPr/>
          </p:nvSpPr>
          <p:spPr>
            <a:xfrm>
              <a:off x="10687622" y="2700692"/>
              <a:ext cx="690245" cy="693420"/>
            </a:xfrm>
            <a:custGeom>
              <a:avLst/>
              <a:gdLst/>
              <a:ahLst/>
              <a:cxnLst/>
              <a:rect l="l" t="t" r="r" b="b"/>
              <a:pathLst>
                <a:path w="690245" h="693420">
                  <a:moveTo>
                    <a:pt x="531939" y="346710"/>
                  </a:moveTo>
                  <a:lnTo>
                    <a:pt x="523659" y="291211"/>
                  </a:lnTo>
                  <a:lnTo>
                    <a:pt x="501434" y="243967"/>
                  </a:lnTo>
                  <a:lnTo>
                    <a:pt x="501434" y="346710"/>
                  </a:lnTo>
                  <a:lnTo>
                    <a:pt x="500659" y="362496"/>
                  </a:lnTo>
                  <a:lnTo>
                    <a:pt x="489140" y="407898"/>
                  </a:lnTo>
                  <a:lnTo>
                    <a:pt x="465810" y="446608"/>
                  </a:lnTo>
                  <a:lnTo>
                    <a:pt x="432346" y="477177"/>
                  </a:lnTo>
                  <a:lnTo>
                    <a:pt x="391210" y="496963"/>
                  </a:lnTo>
                  <a:lnTo>
                    <a:pt x="344995" y="503936"/>
                  </a:lnTo>
                  <a:lnTo>
                    <a:pt x="329272" y="503148"/>
                  </a:lnTo>
                  <a:lnTo>
                    <a:pt x="284099" y="491578"/>
                  </a:lnTo>
                  <a:lnTo>
                    <a:pt x="245579" y="468122"/>
                  </a:lnTo>
                  <a:lnTo>
                    <a:pt x="215163" y="434492"/>
                  </a:lnTo>
                  <a:lnTo>
                    <a:pt x="195478" y="393153"/>
                  </a:lnTo>
                  <a:lnTo>
                    <a:pt x="188544" y="346710"/>
                  </a:lnTo>
                  <a:lnTo>
                    <a:pt x="189318" y="330911"/>
                  </a:lnTo>
                  <a:lnTo>
                    <a:pt x="200837" y="285508"/>
                  </a:lnTo>
                  <a:lnTo>
                    <a:pt x="224167" y="246799"/>
                  </a:lnTo>
                  <a:lnTo>
                    <a:pt x="257632" y="216242"/>
                  </a:lnTo>
                  <a:lnTo>
                    <a:pt x="298780" y="196456"/>
                  </a:lnTo>
                  <a:lnTo>
                    <a:pt x="344995" y="189484"/>
                  </a:lnTo>
                  <a:lnTo>
                    <a:pt x="360705" y="190271"/>
                  </a:lnTo>
                  <a:lnTo>
                    <a:pt x="405879" y="201841"/>
                  </a:lnTo>
                  <a:lnTo>
                    <a:pt x="444398" y="225285"/>
                  </a:lnTo>
                  <a:lnTo>
                    <a:pt x="474814" y="258914"/>
                  </a:lnTo>
                  <a:lnTo>
                    <a:pt x="494499" y="300266"/>
                  </a:lnTo>
                  <a:lnTo>
                    <a:pt x="501434" y="346710"/>
                  </a:lnTo>
                  <a:lnTo>
                    <a:pt x="501434" y="243967"/>
                  </a:lnTo>
                  <a:lnTo>
                    <a:pt x="477189" y="213855"/>
                  </a:lnTo>
                  <a:lnTo>
                    <a:pt x="447217" y="189484"/>
                  </a:lnTo>
                  <a:lnTo>
                    <a:pt x="434035" y="181457"/>
                  </a:lnTo>
                  <a:lnTo>
                    <a:pt x="382181" y="162534"/>
                  </a:lnTo>
                  <a:lnTo>
                    <a:pt x="344995" y="158826"/>
                  </a:lnTo>
                  <a:lnTo>
                    <a:pt x="326212" y="159753"/>
                  </a:lnTo>
                  <a:lnTo>
                    <a:pt x="272211" y="173596"/>
                  </a:lnTo>
                  <a:lnTo>
                    <a:pt x="226187" y="201625"/>
                  </a:lnTo>
                  <a:lnTo>
                    <a:pt x="189852" y="241795"/>
                  </a:lnTo>
                  <a:lnTo>
                    <a:pt x="166319" y="291211"/>
                  </a:lnTo>
                  <a:lnTo>
                    <a:pt x="158038" y="346710"/>
                  </a:lnTo>
                  <a:lnTo>
                    <a:pt x="158953" y="365582"/>
                  </a:lnTo>
                  <a:lnTo>
                    <a:pt x="172732" y="419849"/>
                  </a:lnTo>
                  <a:lnTo>
                    <a:pt x="200621" y="466102"/>
                  </a:lnTo>
                  <a:lnTo>
                    <a:pt x="240588" y="502615"/>
                  </a:lnTo>
                  <a:lnTo>
                    <a:pt x="289763" y="526262"/>
                  </a:lnTo>
                  <a:lnTo>
                    <a:pt x="344995" y="534593"/>
                  </a:lnTo>
                  <a:lnTo>
                    <a:pt x="363766" y="533666"/>
                  </a:lnTo>
                  <a:lnTo>
                    <a:pt x="417766" y="519823"/>
                  </a:lnTo>
                  <a:lnTo>
                    <a:pt x="463791" y="491807"/>
                  </a:lnTo>
                  <a:lnTo>
                    <a:pt x="500126" y="451624"/>
                  </a:lnTo>
                  <a:lnTo>
                    <a:pt x="523659" y="402209"/>
                  </a:lnTo>
                  <a:lnTo>
                    <a:pt x="531025" y="365582"/>
                  </a:lnTo>
                  <a:lnTo>
                    <a:pt x="531939" y="346710"/>
                  </a:lnTo>
                  <a:close/>
                </a:path>
                <a:path w="690245" h="693420">
                  <a:moveTo>
                    <a:pt x="689978" y="255562"/>
                  </a:moveTo>
                  <a:lnTo>
                    <a:pt x="664489" y="193725"/>
                  </a:lnTo>
                  <a:lnTo>
                    <a:pt x="655205" y="171196"/>
                  </a:lnTo>
                  <a:lnTo>
                    <a:pt x="655205" y="251307"/>
                  </a:lnTo>
                  <a:lnTo>
                    <a:pt x="595858" y="305155"/>
                  </a:lnTo>
                  <a:lnTo>
                    <a:pt x="594029" y="309295"/>
                  </a:lnTo>
                  <a:lnTo>
                    <a:pt x="594029" y="384124"/>
                  </a:lnTo>
                  <a:lnTo>
                    <a:pt x="595845" y="388264"/>
                  </a:lnTo>
                  <a:lnTo>
                    <a:pt x="655193" y="442112"/>
                  </a:lnTo>
                  <a:lnTo>
                    <a:pt x="631469" y="499694"/>
                  </a:lnTo>
                  <a:lnTo>
                    <a:pt x="551611" y="495604"/>
                  </a:lnTo>
                  <a:lnTo>
                    <a:pt x="547408" y="497230"/>
                  </a:lnTo>
                  <a:lnTo>
                    <a:pt x="494753" y="550138"/>
                  </a:lnTo>
                  <a:lnTo>
                    <a:pt x="493141" y="554355"/>
                  </a:lnTo>
                  <a:lnTo>
                    <a:pt x="497217" y="634606"/>
                  </a:lnTo>
                  <a:lnTo>
                    <a:pt x="439915" y="658469"/>
                  </a:lnTo>
                  <a:lnTo>
                    <a:pt x="412229" y="627646"/>
                  </a:lnTo>
                  <a:lnTo>
                    <a:pt x="386334" y="598817"/>
                  </a:lnTo>
                  <a:lnTo>
                    <a:pt x="382219" y="596976"/>
                  </a:lnTo>
                  <a:lnTo>
                    <a:pt x="307759" y="596976"/>
                  </a:lnTo>
                  <a:lnTo>
                    <a:pt x="303644" y="598817"/>
                  </a:lnTo>
                  <a:lnTo>
                    <a:pt x="250063" y="658469"/>
                  </a:lnTo>
                  <a:lnTo>
                    <a:pt x="192760" y="634606"/>
                  </a:lnTo>
                  <a:lnTo>
                    <a:pt x="196837" y="554355"/>
                  </a:lnTo>
                  <a:lnTo>
                    <a:pt x="195224" y="550138"/>
                  </a:lnTo>
                  <a:lnTo>
                    <a:pt x="171983" y="526783"/>
                  </a:lnTo>
                  <a:lnTo>
                    <a:pt x="145034" y="499694"/>
                  </a:lnTo>
                  <a:lnTo>
                    <a:pt x="142570" y="497230"/>
                  </a:lnTo>
                  <a:lnTo>
                    <a:pt x="138430" y="495604"/>
                  </a:lnTo>
                  <a:lnTo>
                    <a:pt x="58508" y="499694"/>
                  </a:lnTo>
                  <a:lnTo>
                    <a:pt x="34772" y="442112"/>
                  </a:lnTo>
                  <a:lnTo>
                    <a:pt x="94119" y="388264"/>
                  </a:lnTo>
                  <a:lnTo>
                    <a:pt x="95948" y="384124"/>
                  </a:lnTo>
                  <a:lnTo>
                    <a:pt x="95948" y="309295"/>
                  </a:lnTo>
                  <a:lnTo>
                    <a:pt x="94119" y="305155"/>
                  </a:lnTo>
                  <a:lnTo>
                    <a:pt x="34772" y="251307"/>
                  </a:lnTo>
                  <a:lnTo>
                    <a:pt x="58508" y="193725"/>
                  </a:lnTo>
                  <a:lnTo>
                    <a:pt x="138366" y="197815"/>
                  </a:lnTo>
                  <a:lnTo>
                    <a:pt x="142570" y="196202"/>
                  </a:lnTo>
                  <a:lnTo>
                    <a:pt x="145034" y="193725"/>
                  </a:lnTo>
                  <a:lnTo>
                    <a:pt x="171996" y="166624"/>
                  </a:lnTo>
                  <a:lnTo>
                    <a:pt x="195224" y="143281"/>
                  </a:lnTo>
                  <a:lnTo>
                    <a:pt x="196837" y="139065"/>
                  </a:lnTo>
                  <a:lnTo>
                    <a:pt x="192760" y="58813"/>
                  </a:lnTo>
                  <a:lnTo>
                    <a:pt x="250063" y="34950"/>
                  </a:lnTo>
                  <a:lnTo>
                    <a:pt x="303644" y="94602"/>
                  </a:lnTo>
                  <a:lnTo>
                    <a:pt x="307759" y="96431"/>
                  </a:lnTo>
                  <a:lnTo>
                    <a:pt x="382231" y="96431"/>
                  </a:lnTo>
                  <a:lnTo>
                    <a:pt x="386334" y="94602"/>
                  </a:lnTo>
                  <a:lnTo>
                    <a:pt x="412229" y="65773"/>
                  </a:lnTo>
                  <a:lnTo>
                    <a:pt x="439902" y="34963"/>
                  </a:lnTo>
                  <a:lnTo>
                    <a:pt x="497217" y="58813"/>
                  </a:lnTo>
                  <a:lnTo>
                    <a:pt x="493141" y="139065"/>
                  </a:lnTo>
                  <a:lnTo>
                    <a:pt x="494753" y="143281"/>
                  </a:lnTo>
                  <a:lnTo>
                    <a:pt x="547408" y="196202"/>
                  </a:lnTo>
                  <a:lnTo>
                    <a:pt x="551726" y="197815"/>
                  </a:lnTo>
                  <a:lnTo>
                    <a:pt x="631469" y="193738"/>
                  </a:lnTo>
                  <a:lnTo>
                    <a:pt x="655205" y="251307"/>
                  </a:lnTo>
                  <a:lnTo>
                    <a:pt x="655205" y="171196"/>
                  </a:lnTo>
                  <a:lnTo>
                    <a:pt x="653326" y="166624"/>
                  </a:lnTo>
                  <a:lnTo>
                    <a:pt x="653072" y="166001"/>
                  </a:lnTo>
                  <a:lnTo>
                    <a:pt x="647115" y="162217"/>
                  </a:lnTo>
                  <a:lnTo>
                    <a:pt x="561136" y="166624"/>
                  </a:lnTo>
                  <a:lnTo>
                    <a:pt x="524179" y="129489"/>
                  </a:lnTo>
                  <a:lnTo>
                    <a:pt x="528574" y="43091"/>
                  </a:lnTo>
                  <a:lnTo>
                    <a:pt x="524814" y="37109"/>
                  </a:lnTo>
                  <a:lnTo>
                    <a:pt x="519645" y="34950"/>
                  </a:lnTo>
                  <a:lnTo>
                    <a:pt x="435686" y="0"/>
                  </a:lnTo>
                  <a:lnTo>
                    <a:pt x="428815" y="1562"/>
                  </a:lnTo>
                  <a:lnTo>
                    <a:pt x="371119" y="65773"/>
                  </a:lnTo>
                  <a:lnTo>
                    <a:pt x="318858" y="65773"/>
                  </a:lnTo>
                  <a:lnTo>
                    <a:pt x="291172" y="34950"/>
                  </a:lnTo>
                  <a:lnTo>
                    <a:pt x="261162" y="1562"/>
                  </a:lnTo>
                  <a:lnTo>
                    <a:pt x="254304" y="0"/>
                  </a:lnTo>
                  <a:lnTo>
                    <a:pt x="165176" y="37109"/>
                  </a:lnTo>
                  <a:lnTo>
                    <a:pt x="161417" y="43091"/>
                  </a:lnTo>
                  <a:lnTo>
                    <a:pt x="165798" y="129489"/>
                  </a:lnTo>
                  <a:lnTo>
                    <a:pt x="128841" y="166624"/>
                  </a:lnTo>
                  <a:lnTo>
                    <a:pt x="42875" y="162217"/>
                  </a:lnTo>
                  <a:lnTo>
                    <a:pt x="36918" y="166001"/>
                  </a:lnTo>
                  <a:lnTo>
                    <a:pt x="0" y="255562"/>
                  </a:lnTo>
                  <a:lnTo>
                    <a:pt x="1549" y="262470"/>
                  </a:lnTo>
                  <a:lnTo>
                    <a:pt x="65443" y="320446"/>
                  </a:lnTo>
                  <a:lnTo>
                    <a:pt x="65443" y="372973"/>
                  </a:lnTo>
                  <a:lnTo>
                    <a:pt x="1549" y="430949"/>
                  </a:lnTo>
                  <a:lnTo>
                    <a:pt x="0" y="437857"/>
                  </a:lnTo>
                  <a:lnTo>
                    <a:pt x="36918" y="527418"/>
                  </a:lnTo>
                  <a:lnTo>
                    <a:pt x="42862" y="531190"/>
                  </a:lnTo>
                  <a:lnTo>
                    <a:pt x="43103" y="531190"/>
                  </a:lnTo>
                  <a:lnTo>
                    <a:pt x="128841" y="526783"/>
                  </a:lnTo>
                  <a:lnTo>
                    <a:pt x="165798" y="563930"/>
                  </a:lnTo>
                  <a:lnTo>
                    <a:pt x="161417" y="650328"/>
                  </a:lnTo>
                  <a:lnTo>
                    <a:pt x="165176" y="656310"/>
                  </a:lnTo>
                  <a:lnTo>
                    <a:pt x="254304" y="693420"/>
                  </a:lnTo>
                  <a:lnTo>
                    <a:pt x="261175" y="691857"/>
                  </a:lnTo>
                  <a:lnTo>
                    <a:pt x="261302" y="691718"/>
                  </a:lnTo>
                  <a:lnTo>
                    <a:pt x="291172" y="658469"/>
                  </a:lnTo>
                  <a:lnTo>
                    <a:pt x="318858" y="627646"/>
                  </a:lnTo>
                  <a:lnTo>
                    <a:pt x="371119" y="627646"/>
                  </a:lnTo>
                  <a:lnTo>
                    <a:pt x="427443" y="690333"/>
                  </a:lnTo>
                  <a:lnTo>
                    <a:pt x="431584" y="692099"/>
                  </a:lnTo>
                  <a:lnTo>
                    <a:pt x="437769" y="692099"/>
                  </a:lnTo>
                  <a:lnTo>
                    <a:pt x="439750" y="691718"/>
                  </a:lnTo>
                  <a:lnTo>
                    <a:pt x="519645" y="658469"/>
                  </a:lnTo>
                  <a:lnTo>
                    <a:pt x="524814" y="656310"/>
                  </a:lnTo>
                  <a:lnTo>
                    <a:pt x="528574" y="650328"/>
                  </a:lnTo>
                  <a:lnTo>
                    <a:pt x="524179" y="563930"/>
                  </a:lnTo>
                  <a:lnTo>
                    <a:pt x="561136" y="526783"/>
                  </a:lnTo>
                  <a:lnTo>
                    <a:pt x="647115" y="531190"/>
                  </a:lnTo>
                  <a:lnTo>
                    <a:pt x="653072" y="527418"/>
                  </a:lnTo>
                  <a:lnTo>
                    <a:pt x="653326" y="526783"/>
                  </a:lnTo>
                  <a:lnTo>
                    <a:pt x="664489" y="499694"/>
                  </a:lnTo>
                  <a:lnTo>
                    <a:pt x="689978" y="437857"/>
                  </a:lnTo>
                  <a:lnTo>
                    <a:pt x="688428" y="430949"/>
                  </a:lnTo>
                  <a:lnTo>
                    <a:pt x="624535" y="372973"/>
                  </a:lnTo>
                  <a:lnTo>
                    <a:pt x="624535" y="320446"/>
                  </a:lnTo>
                  <a:lnTo>
                    <a:pt x="688428" y="262470"/>
                  </a:lnTo>
                  <a:lnTo>
                    <a:pt x="689978" y="2555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19987" y="2979122"/>
              <a:ext cx="221300" cy="1547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0537394" y="2552991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429094" y="916889"/>
                  </a:moveTo>
                  <a:lnTo>
                    <a:pt x="423684" y="908850"/>
                  </a:lnTo>
                  <a:lnTo>
                    <a:pt x="415404" y="907237"/>
                  </a:lnTo>
                  <a:lnTo>
                    <a:pt x="380352" y="898842"/>
                  </a:lnTo>
                  <a:lnTo>
                    <a:pt x="313270" y="873163"/>
                  </a:lnTo>
                  <a:lnTo>
                    <a:pt x="251866" y="836485"/>
                  </a:lnTo>
                  <a:lnTo>
                    <a:pt x="198170" y="790524"/>
                  </a:lnTo>
                  <a:lnTo>
                    <a:pt x="152552" y="735736"/>
                  </a:lnTo>
                  <a:lnTo>
                    <a:pt x="116852" y="674128"/>
                  </a:lnTo>
                  <a:lnTo>
                    <a:pt x="94056" y="614235"/>
                  </a:lnTo>
                  <a:lnTo>
                    <a:pt x="81724" y="558927"/>
                  </a:lnTo>
                  <a:lnTo>
                    <a:pt x="78371" y="530694"/>
                  </a:lnTo>
                  <a:lnTo>
                    <a:pt x="98602" y="551014"/>
                  </a:lnTo>
                  <a:lnTo>
                    <a:pt x="102501" y="552513"/>
                  </a:lnTo>
                  <a:lnTo>
                    <a:pt x="110312" y="552513"/>
                  </a:lnTo>
                  <a:lnTo>
                    <a:pt x="114211" y="551014"/>
                  </a:lnTo>
                  <a:lnTo>
                    <a:pt x="123151" y="542036"/>
                  </a:lnTo>
                  <a:lnTo>
                    <a:pt x="123151" y="532333"/>
                  </a:lnTo>
                  <a:lnTo>
                    <a:pt x="69507" y="478421"/>
                  </a:lnTo>
                  <a:lnTo>
                    <a:pt x="65620" y="476808"/>
                  </a:lnTo>
                  <a:lnTo>
                    <a:pt x="57531" y="476808"/>
                  </a:lnTo>
                  <a:lnTo>
                    <a:pt x="53644" y="478421"/>
                  </a:lnTo>
                  <a:lnTo>
                    <a:pt x="0" y="532333"/>
                  </a:lnTo>
                  <a:lnTo>
                    <a:pt x="0" y="542036"/>
                  </a:lnTo>
                  <a:lnTo>
                    <a:pt x="11912" y="554012"/>
                  </a:lnTo>
                  <a:lnTo>
                    <a:pt x="21577" y="554012"/>
                  </a:lnTo>
                  <a:lnTo>
                    <a:pt x="47536" y="527913"/>
                  </a:lnTo>
                  <a:lnTo>
                    <a:pt x="50977" y="559612"/>
                  </a:lnTo>
                  <a:lnTo>
                    <a:pt x="64427" y="621677"/>
                  </a:lnTo>
                  <a:lnTo>
                    <a:pt x="89268" y="687235"/>
                  </a:lnTo>
                  <a:lnTo>
                    <a:pt x="107010" y="721093"/>
                  </a:lnTo>
                  <a:lnTo>
                    <a:pt x="127571" y="753351"/>
                  </a:lnTo>
                  <a:lnTo>
                    <a:pt x="150901" y="783869"/>
                  </a:lnTo>
                  <a:lnTo>
                    <a:pt x="176504" y="812126"/>
                  </a:lnTo>
                  <a:lnTo>
                    <a:pt x="234099" y="861415"/>
                  </a:lnTo>
                  <a:lnTo>
                    <a:pt x="299986" y="900760"/>
                  </a:lnTo>
                  <a:lnTo>
                    <a:pt x="335394" y="916127"/>
                  </a:lnTo>
                  <a:lnTo>
                    <a:pt x="371983" y="928331"/>
                  </a:lnTo>
                  <a:lnTo>
                    <a:pt x="409625" y="937348"/>
                  </a:lnTo>
                  <a:lnTo>
                    <a:pt x="411568" y="937628"/>
                  </a:lnTo>
                  <a:lnTo>
                    <a:pt x="419696" y="937628"/>
                  </a:lnTo>
                  <a:lnTo>
                    <a:pt x="426085" y="932535"/>
                  </a:lnTo>
                  <a:lnTo>
                    <a:pt x="429094" y="916889"/>
                  </a:lnTo>
                  <a:close/>
                </a:path>
                <a:path w="990600" h="990600">
                  <a:moveTo>
                    <a:pt x="546455" y="57023"/>
                  </a:moveTo>
                  <a:lnTo>
                    <a:pt x="489712" y="0"/>
                  </a:lnTo>
                  <a:lnTo>
                    <a:pt x="480060" y="0"/>
                  </a:lnTo>
                  <a:lnTo>
                    <a:pt x="468147" y="11976"/>
                  </a:lnTo>
                  <a:lnTo>
                    <a:pt x="468147" y="21678"/>
                  </a:lnTo>
                  <a:lnTo>
                    <a:pt x="489673" y="43319"/>
                  </a:lnTo>
                  <a:lnTo>
                    <a:pt x="449554" y="45580"/>
                  </a:lnTo>
                  <a:lnTo>
                    <a:pt x="410044" y="51384"/>
                  </a:lnTo>
                  <a:lnTo>
                    <a:pt x="371284" y="60693"/>
                  </a:lnTo>
                  <a:lnTo>
                    <a:pt x="333400" y="73494"/>
                  </a:lnTo>
                  <a:lnTo>
                    <a:pt x="296837" y="89611"/>
                  </a:lnTo>
                  <a:lnTo>
                    <a:pt x="261962" y="108877"/>
                  </a:lnTo>
                  <a:lnTo>
                    <a:pt x="228892" y="131203"/>
                  </a:lnTo>
                  <a:lnTo>
                    <a:pt x="197751" y="156540"/>
                  </a:lnTo>
                  <a:lnTo>
                    <a:pt x="159524" y="194894"/>
                  </a:lnTo>
                  <a:lnTo>
                    <a:pt x="126390" y="237210"/>
                  </a:lnTo>
                  <a:lnTo>
                    <a:pt x="98602" y="282994"/>
                  </a:lnTo>
                  <a:lnTo>
                    <a:pt x="76441" y="331711"/>
                  </a:lnTo>
                  <a:lnTo>
                    <a:pt x="60172" y="382866"/>
                  </a:lnTo>
                  <a:lnTo>
                    <a:pt x="50063" y="435965"/>
                  </a:lnTo>
                  <a:lnTo>
                    <a:pt x="48971" y="444360"/>
                  </a:lnTo>
                  <a:lnTo>
                    <a:pt x="54876" y="452056"/>
                  </a:lnTo>
                  <a:lnTo>
                    <a:pt x="63233" y="453136"/>
                  </a:lnTo>
                  <a:lnTo>
                    <a:pt x="63893" y="453224"/>
                  </a:lnTo>
                  <a:lnTo>
                    <a:pt x="64554" y="453263"/>
                  </a:lnTo>
                  <a:lnTo>
                    <a:pt x="72758" y="453263"/>
                  </a:lnTo>
                  <a:lnTo>
                    <a:pt x="79324" y="447636"/>
                  </a:lnTo>
                  <a:lnTo>
                    <a:pt x="80314" y="439902"/>
                  </a:lnTo>
                  <a:lnTo>
                    <a:pt x="89738" y="390423"/>
                  </a:lnTo>
                  <a:lnTo>
                    <a:pt x="104902" y="342747"/>
                  </a:lnTo>
                  <a:lnTo>
                    <a:pt x="125552" y="297345"/>
                  </a:lnTo>
                  <a:lnTo>
                    <a:pt x="151447" y="254685"/>
                  </a:lnTo>
                  <a:lnTo>
                    <a:pt x="182346" y="215252"/>
                  </a:lnTo>
                  <a:lnTo>
                    <a:pt x="217982" y="179501"/>
                  </a:lnTo>
                  <a:lnTo>
                    <a:pt x="277825" y="135064"/>
                  </a:lnTo>
                  <a:lnTo>
                    <a:pt x="344398" y="102095"/>
                  </a:lnTo>
                  <a:lnTo>
                    <a:pt x="380923" y="89814"/>
                  </a:lnTo>
                  <a:lnTo>
                    <a:pt x="418325" y="81013"/>
                  </a:lnTo>
                  <a:lnTo>
                    <a:pt x="456463" y="75717"/>
                  </a:lnTo>
                  <a:lnTo>
                    <a:pt x="495223" y="73952"/>
                  </a:lnTo>
                  <a:lnTo>
                    <a:pt x="495528" y="73952"/>
                  </a:lnTo>
                  <a:lnTo>
                    <a:pt x="495833" y="73952"/>
                  </a:lnTo>
                  <a:lnTo>
                    <a:pt x="496138" y="73952"/>
                  </a:lnTo>
                  <a:lnTo>
                    <a:pt x="468147" y="102082"/>
                  </a:lnTo>
                  <a:lnTo>
                    <a:pt x="468147" y="111785"/>
                  </a:lnTo>
                  <a:lnTo>
                    <a:pt x="477075" y="120764"/>
                  </a:lnTo>
                  <a:lnTo>
                    <a:pt x="480987" y="122262"/>
                  </a:lnTo>
                  <a:lnTo>
                    <a:pt x="488784" y="122262"/>
                  </a:lnTo>
                  <a:lnTo>
                    <a:pt x="492696" y="120764"/>
                  </a:lnTo>
                  <a:lnTo>
                    <a:pt x="546455" y="66738"/>
                  </a:lnTo>
                  <a:lnTo>
                    <a:pt x="546455" y="57023"/>
                  </a:lnTo>
                  <a:close/>
                </a:path>
                <a:path w="990600" h="990600">
                  <a:moveTo>
                    <a:pt x="926490" y="620280"/>
                  </a:moveTo>
                  <a:lnTo>
                    <a:pt x="921994" y="611695"/>
                  </a:lnTo>
                  <a:lnTo>
                    <a:pt x="913942" y="609180"/>
                  </a:lnTo>
                  <a:lnTo>
                    <a:pt x="905903" y="606666"/>
                  </a:lnTo>
                  <a:lnTo>
                    <a:pt x="897356" y="611187"/>
                  </a:lnTo>
                  <a:lnTo>
                    <a:pt x="894854" y="619277"/>
                  </a:lnTo>
                  <a:lnTo>
                    <a:pt x="883831" y="650532"/>
                  </a:lnTo>
                  <a:lnTo>
                    <a:pt x="854595" y="709841"/>
                  </a:lnTo>
                  <a:lnTo>
                    <a:pt x="816546" y="763714"/>
                  </a:lnTo>
                  <a:lnTo>
                    <a:pt x="771017" y="810602"/>
                  </a:lnTo>
                  <a:lnTo>
                    <a:pt x="718388" y="850138"/>
                  </a:lnTo>
                  <a:lnTo>
                    <a:pt x="660209" y="880922"/>
                  </a:lnTo>
                  <a:lnTo>
                    <a:pt x="597535" y="902220"/>
                  </a:lnTo>
                  <a:lnTo>
                    <a:pt x="531914" y="913282"/>
                  </a:lnTo>
                  <a:lnTo>
                    <a:pt x="498436" y="914857"/>
                  </a:lnTo>
                  <a:lnTo>
                    <a:pt x="523176" y="890016"/>
                  </a:lnTo>
                  <a:lnTo>
                    <a:pt x="523176" y="880300"/>
                  </a:lnTo>
                  <a:lnTo>
                    <a:pt x="511251" y="868337"/>
                  </a:lnTo>
                  <a:lnTo>
                    <a:pt x="501599" y="868337"/>
                  </a:lnTo>
                  <a:lnTo>
                    <a:pt x="447954" y="922248"/>
                  </a:lnTo>
                  <a:lnTo>
                    <a:pt x="446341" y="926147"/>
                  </a:lnTo>
                  <a:lnTo>
                    <a:pt x="446341" y="934275"/>
                  </a:lnTo>
                  <a:lnTo>
                    <a:pt x="447954" y="938174"/>
                  </a:lnTo>
                  <a:lnTo>
                    <a:pt x="498614" y="989101"/>
                  </a:lnTo>
                  <a:lnTo>
                    <a:pt x="502526" y="990587"/>
                  </a:lnTo>
                  <a:lnTo>
                    <a:pt x="510324" y="990587"/>
                  </a:lnTo>
                  <a:lnTo>
                    <a:pt x="514235" y="989101"/>
                  </a:lnTo>
                  <a:lnTo>
                    <a:pt x="523176" y="980109"/>
                  </a:lnTo>
                  <a:lnTo>
                    <a:pt x="523176" y="970407"/>
                  </a:lnTo>
                  <a:lnTo>
                    <a:pt x="498411" y="945527"/>
                  </a:lnTo>
                  <a:lnTo>
                    <a:pt x="534377" y="943838"/>
                  </a:lnTo>
                  <a:lnTo>
                    <a:pt x="604913" y="931976"/>
                  </a:lnTo>
                  <a:lnTo>
                    <a:pt x="672249" y="909104"/>
                  </a:lnTo>
                  <a:lnTo>
                    <a:pt x="734682" y="876058"/>
                  </a:lnTo>
                  <a:lnTo>
                    <a:pt x="791133" y="833653"/>
                  </a:lnTo>
                  <a:lnTo>
                    <a:pt x="839965" y="783374"/>
                  </a:lnTo>
                  <a:lnTo>
                    <a:pt x="880795" y="725563"/>
                  </a:lnTo>
                  <a:lnTo>
                    <a:pt x="912152" y="661911"/>
                  </a:lnTo>
                  <a:lnTo>
                    <a:pt x="923988" y="628370"/>
                  </a:lnTo>
                  <a:lnTo>
                    <a:pt x="926490" y="620280"/>
                  </a:lnTo>
                  <a:close/>
                </a:path>
                <a:path w="990600" h="990600">
                  <a:moveTo>
                    <a:pt x="990409" y="514642"/>
                  </a:moveTo>
                  <a:lnTo>
                    <a:pt x="984923" y="508203"/>
                  </a:lnTo>
                  <a:lnTo>
                    <a:pt x="979449" y="501764"/>
                  </a:lnTo>
                  <a:lnTo>
                    <a:pt x="969822" y="501015"/>
                  </a:lnTo>
                  <a:lnTo>
                    <a:pt x="943152" y="523925"/>
                  </a:lnTo>
                  <a:lnTo>
                    <a:pt x="943571" y="516559"/>
                  </a:lnTo>
                  <a:lnTo>
                    <a:pt x="943876" y="509168"/>
                  </a:lnTo>
                  <a:lnTo>
                    <a:pt x="944054" y="501789"/>
                  </a:lnTo>
                  <a:lnTo>
                    <a:pt x="944118" y="494411"/>
                  </a:lnTo>
                  <a:lnTo>
                    <a:pt x="942441" y="455206"/>
                  </a:lnTo>
                  <a:lnTo>
                    <a:pt x="937450" y="416534"/>
                  </a:lnTo>
                  <a:lnTo>
                    <a:pt x="929170" y="378536"/>
                  </a:lnTo>
                  <a:lnTo>
                    <a:pt x="917600" y="341325"/>
                  </a:lnTo>
                  <a:lnTo>
                    <a:pt x="886434" y="273011"/>
                  </a:lnTo>
                  <a:lnTo>
                    <a:pt x="844270" y="210731"/>
                  </a:lnTo>
                  <a:lnTo>
                    <a:pt x="792886" y="156718"/>
                  </a:lnTo>
                  <a:lnTo>
                    <a:pt x="733412" y="111963"/>
                  </a:lnTo>
                  <a:lnTo>
                    <a:pt x="666216" y="77152"/>
                  </a:lnTo>
                  <a:lnTo>
                    <a:pt x="594233" y="54292"/>
                  </a:lnTo>
                  <a:lnTo>
                    <a:pt x="586003" y="52438"/>
                  </a:lnTo>
                  <a:lnTo>
                    <a:pt x="577837" y="57632"/>
                  </a:lnTo>
                  <a:lnTo>
                    <a:pt x="574141" y="74142"/>
                  </a:lnTo>
                  <a:lnTo>
                    <a:pt x="579310" y="82346"/>
                  </a:lnTo>
                  <a:lnTo>
                    <a:pt x="587527" y="84213"/>
                  </a:lnTo>
                  <a:lnTo>
                    <a:pt x="621563" y="93446"/>
                  </a:lnTo>
                  <a:lnTo>
                    <a:pt x="686511" y="120357"/>
                  </a:lnTo>
                  <a:lnTo>
                    <a:pt x="745820" y="157670"/>
                  </a:lnTo>
                  <a:lnTo>
                    <a:pt x="797598" y="203796"/>
                  </a:lnTo>
                  <a:lnTo>
                    <a:pt x="841463" y="258292"/>
                  </a:lnTo>
                  <a:lnTo>
                    <a:pt x="875690" y="319252"/>
                  </a:lnTo>
                  <a:lnTo>
                    <a:pt x="899680" y="386397"/>
                  </a:lnTo>
                  <a:lnTo>
                    <a:pt x="912050" y="457860"/>
                  </a:lnTo>
                  <a:lnTo>
                    <a:pt x="913599" y="494411"/>
                  </a:lnTo>
                  <a:lnTo>
                    <a:pt x="913549" y="501154"/>
                  </a:lnTo>
                  <a:lnTo>
                    <a:pt x="913384" y="507911"/>
                  </a:lnTo>
                  <a:lnTo>
                    <a:pt x="913117" y="514654"/>
                  </a:lnTo>
                  <a:lnTo>
                    <a:pt x="912749" y="521398"/>
                  </a:lnTo>
                  <a:lnTo>
                    <a:pt x="890066" y="494753"/>
                  </a:lnTo>
                  <a:lnTo>
                    <a:pt x="880440" y="494004"/>
                  </a:lnTo>
                  <a:lnTo>
                    <a:pt x="867638" y="505002"/>
                  </a:lnTo>
                  <a:lnTo>
                    <a:pt x="866876" y="514680"/>
                  </a:lnTo>
                  <a:lnTo>
                    <a:pt x="916190" y="572630"/>
                  </a:lnTo>
                  <a:lnTo>
                    <a:pt x="919937" y="574535"/>
                  </a:lnTo>
                  <a:lnTo>
                    <a:pt x="924369" y="574890"/>
                  </a:lnTo>
                  <a:lnTo>
                    <a:pt x="924763" y="574903"/>
                  </a:lnTo>
                  <a:lnTo>
                    <a:pt x="928776" y="574903"/>
                  </a:lnTo>
                  <a:lnTo>
                    <a:pt x="932294" y="573608"/>
                  </a:lnTo>
                  <a:lnTo>
                    <a:pt x="983246" y="529818"/>
                  </a:lnTo>
                  <a:lnTo>
                    <a:pt x="989660" y="524319"/>
                  </a:lnTo>
                  <a:lnTo>
                    <a:pt x="990409" y="514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355588" y="2376059"/>
            <a:ext cx="5362574" cy="3676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378093" y="3569158"/>
            <a:ext cx="5333999" cy="24574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44971" y="2552985"/>
            <a:ext cx="5800724" cy="1019174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6846080" y="2505658"/>
            <a:ext cx="115570" cy="925830"/>
          </a:xfrm>
          <a:custGeom>
            <a:avLst/>
            <a:gdLst/>
            <a:ahLst/>
            <a:cxnLst/>
            <a:rect l="l" t="t" r="r" b="b"/>
            <a:pathLst>
              <a:path w="115569" h="925829">
                <a:moveTo>
                  <a:pt x="87007" y="219011"/>
                </a:moveTo>
                <a:lnTo>
                  <a:pt x="28346" y="219011"/>
                </a:lnTo>
                <a:lnTo>
                  <a:pt x="28346" y="925614"/>
                </a:lnTo>
                <a:lnTo>
                  <a:pt x="87007" y="925614"/>
                </a:lnTo>
                <a:lnTo>
                  <a:pt x="87007" y="219011"/>
                </a:lnTo>
                <a:close/>
              </a:path>
              <a:path w="115569" h="925829">
                <a:moveTo>
                  <a:pt x="87007" y="170027"/>
                </a:moveTo>
                <a:lnTo>
                  <a:pt x="28346" y="170027"/>
                </a:lnTo>
                <a:lnTo>
                  <a:pt x="28346" y="200736"/>
                </a:lnTo>
                <a:lnTo>
                  <a:pt x="87007" y="200736"/>
                </a:lnTo>
                <a:lnTo>
                  <a:pt x="87007" y="170027"/>
                </a:lnTo>
                <a:close/>
              </a:path>
              <a:path w="115569" h="925829">
                <a:moveTo>
                  <a:pt x="115341" y="84404"/>
                </a:moveTo>
                <a:lnTo>
                  <a:pt x="110794" y="51587"/>
                </a:lnTo>
                <a:lnTo>
                  <a:pt x="98425" y="24752"/>
                </a:lnTo>
                <a:lnTo>
                  <a:pt x="80098" y="6642"/>
                </a:lnTo>
                <a:lnTo>
                  <a:pt x="57670" y="0"/>
                </a:lnTo>
                <a:lnTo>
                  <a:pt x="35242" y="6642"/>
                </a:lnTo>
                <a:lnTo>
                  <a:pt x="16916" y="24752"/>
                </a:lnTo>
                <a:lnTo>
                  <a:pt x="4546" y="51587"/>
                </a:lnTo>
                <a:lnTo>
                  <a:pt x="0" y="84404"/>
                </a:lnTo>
                <a:lnTo>
                  <a:pt x="1587" y="103873"/>
                </a:lnTo>
                <a:lnTo>
                  <a:pt x="6172" y="122021"/>
                </a:lnTo>
                <a:lnTo>
                  <a:pt x="13487" y="138201"/>
                </a:lnTo>
                <a:lnTo>
                  <a:pt x="23266" y="151765"/>
                </a:lnTo>
                <a:lnTo>
                  <a:pt x="92075" y="151765"/>
                </a:lnTo>
                <a:lnTo>
                  <a:pt x="101854" y="138214"/>
                </a:lnTo>
                <a:lnTo>
                  <a:pt x="109169" y="122034"/>
                </a:lnTo>
                <a:lnTo>
                  <a:pt x="113753" y="103873"/>
                </a:lnTo>
                <a:lnTo>
                  <a:pt x="115341" y="844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347037" y="2672366"/>
            <a:ext cx="509270" cy="635635"/>
          </a:xfrm>
          <a:custGeom>
            <a:avLst/>
            <a:gdLst/>
            <a:ahLst/>
            <a:cxnLst/>
            <a:rect l="l" t="t" r="r" b="b"/>
            <a:pathLst>
              <a:path w="509269" h="635635">
                <a:moveTo>
                  <a:pt x="63476" y="516298"/>
                </a:moveTo>
                <a:lnTo>
                  <a:pt x="44513" y="516298"/>
                </a:lnTo>
                <a:lnTo>
                  <a:pt x="154064" y="87409"/>
                </a:lnTo>
                <a:lnTo>
                  <a:pt x="142906" y="74522"/>
                </a:lnTo>
                <a:lnTo>
                  <a:pt x="134425" y="61115"/>
                </a:lnTo>
                <a:lnTo>
                  <a:pt x="129033" y="47474"/>
                </a:lnTo>
                <a:lnTo>
                  <a:pt x="127144" y="33889"/>
                </a:lnTo>
                <a:lnTo>
                  <a:pt x="129811" y="20709"/>
                </a:lnTo>
                <a:lnTo>
                  <a:pt x="137080" y="9936"/>
                </a:lnTo>
                <a:lnTo>
                  <a:pt x="147850" y="2667"/>
                </a:lnTo>
                <a:lnTo>
                  <a:pt x="161025" y="0"/>
                </a:lnTo>
                <a:lnTo>
                  <a:pt x="174205" y="2667"/>
                </a:lnTo>
                <a:lnTo>
                  <a:pt x="184978" y="9936"/>
                </a:lnTo>
                <a:lnTo>
                  <a:pt x="192247" y="20709"/>
                </a:lnTo>
                <a:lnTo>
                  <a:pt x="194914" y="33889"/>
                </a:lnTo>
                <a:lnTo>
                  <a:pt x="193756" y="42528"/>
                </a:lnTo>
                <a:lnTo>
                  <a:pt x="193726" y="42749"/>
                </a:lnTo>
                <a:lnTo>
                  <a:pt x="190323" y="50883"/>
                </a:lnTo>
                <a:lnTo>
                  <a:pt x="184945" y="57878"/>
                </a:lnTo>
                <a:lnTo>
                  <a:pt x="177833" y="63321"/>
                </a:lnTo>
                <a:lnTo>
                  <a:pt x="173457" y="65833"/>
                </a:lnTo>
                <a:lnTo>
                  <a:pt x="171932" y="71414"/>
                </a:lnTo>
                <a:lnTo>
                  <a:pt x="176956" y="80165"/>
                </a:lnTo>
                <a:lnTo>
                  <a:pt x="182537" y="81681"/>
                </a:lnTo>
                <a:lnTo>
                  <a:pt x="220436" y="81681"/>
                </a:lnTo>
                <a:lnTo>
                  <a:pt x="225174" y="84117"/>
                </a:lnTo>
                <a:lnTo>
                  <a:pt x="245563" y="89950"/>
                </a:lnTo>
                <a:lnTo>
                  <a:pt x="271937" y="92259"/>
                </a:lnTo>
                <a:lnTo>
                  <a:pt x="509118" y="92259"/>
                </a:lnTo>
                <a:lnTo>
                  <a:pt x="509118" y="99622"/>
                </a:lnTo>
                <a:lnTo>
                  <a:pt x="430067" y="99622"/>
                </a:lnTo>
                <a:lnTo>
                  <a:pt x="417325" y="101029"/>
                </a:lnTo>
                <a:lnTo>
                  <a:pt x="169557" y="101029"/>
                </a:lnTo>
                <a:lnTo>
                  <a:pt x="63476" y="516298"/>
                </a:lnTo>
                <a:close/>
              </a:path>
              <a:path w="509269" h="635635">
                <a:moveTo>
                  <a:pt x="509118" y="92259"/>
                </a:moveTo>
                <a:lnTo>
                  <a:pt x="271937" y="92259"/>
                </a:lnTo>
                <a:lnTo>
                  <a:pt x="296497" y="89672"/>
                </a:lnTo>
                <a:lnTo>
                  <a:pt x="319279" y="82884"/>
                </a:lnTo>
                <a:lnTo>
                  <a:pt x="340760" y="73357"/>
                </a:lnTo>
                <a:lnTo>
                  <a:pt x="375870" y="54901"/>
                </a:lnTo>
                <a:lnTo>
                  <a:pt x="390069" y="48037"/>
                </a:lnTo>
                <a:lnTo>
                  <a:pt x="404175" y="42528"/>
                </a:lnTo>
                <a:lnTo>
                  <a:pt x="418347" y="38940"/>
                </a:lnTo>
                <a:lnTo>
                  <a:pt x="446009" y="37302"/>
                </a:lnTo>
                <a:lnTo>
                  <a:pt x="472327" y="40126"/>
                </a:lnTo>
                <a:lnTo>
                  <a:pt x="494348" y="44980"/>
                </a:lnTo>
                <a:lnTo>
                  <a:pt x="509118" y="49436"/>
                </a:lnTo>
                <a:lnTo>
                  <a:pt x="509118" y="92259"/>
                </a:lnTo>
                <a:close/>
              </a:path>
              <a:path w="509269" h="635635">
                <a:moveTo>
                  <a:pt x="220436" y="81681"/>
                </a:moveTo>
                <a:lnTo>
                  <a:pt x="182537" y="81681"/>
                </a:lnTo>
                <a:lnTo>
                  <a:pt x="191900" y="76319"/>
                </a:lnTo>
                <a:lnTo>
                  <a:pt x="196221" y="72629"/>
                </a:lnTo>
                <a:lnTo>
                  <a:pt x="199929" y="68445"/>
                </a:lnTo>
                <a:lnTo>
                  <a:pt x="210059" y="76319"/>
                </a:lnTo>
                <a:lnTo>
                  <a:pt x="220436" y="81681"/>
                </a:lnTo>
                <a:close/>
              </a:path>
              <a:path w="509269" h="635635">
                <a:moveTo>
                  <a:pt x="509118" y="123372"/>
                </a:moveTo>
                <a:lnTo>
                  <a:pt x="494187" y="115115"/>
                </a:lnTo>
                <a:lnTo>
                  <a:pt x="475436" y="107184"/>
                </a:lnTo>
                <a:lnTo>
                  <a:pt x="453764" y="101410"/>
                </a:lnTo>
                <a:lnTo>
                  <a:pt x="430067" y="99622"/>
                </a:lnTo>
                <a:lnTo>
                  <a:pt x="509118" y="99622"/>
                </a:lnTo>
                <a:lnTo>
                  <a:pt x="509118" y="123372"/>
                </a:lnTo>
                <a:close/>
              </a:path>
              <a:path w="509269" h="635635">
                <a:moveTo>
                  <a:pt x="203939" y="516298"/>
                </a:moveTo>
                <a:lnTo>
                  <a:pt x="185670" y="516298"/>
                </a:lnTo>
                <a:lnTo>
                  <a:pt x="185670" y="112273"/>
                </a:lnTo>
                <a:lnTo>
                  <a:pt x="179988" y="108784"/>
                </a:lnTo>
                <a:lnTo>
                  <a:pt x="174654" y="104984"/>
                </a:lnTo>
                <a:lnTo>
                  <a:pt x="169557" y="101029"/>
                </a:lnTo>
                <a:lnTo>
                  <a:pt x="417325" y="101029"/>
                </a:lnTo>
                <a:lnTo>
                  <a:pt x="413872" y="101410"/>
                </a:lnTo>
                <a:lnTo>
                  <a:pt x="397615" y="105335"/>
                </a:lnTo>
                <a:lnTo>
                  <a:pt x="381548" y="110702"/>
                </a:lnTo>
                <a:lnTo>
                  <a:pt x="351513" y="122066"/>
                </a:lnTo>
                <a:lnTo>
                  <a:pt x="203939" y="122066"/>
                </a:lnTo>
                <a:lnTo>
                  <a:pt x="203939" y="516298"/>
                </a:lnTo>
                <a:close/>
              </a:path>
              <a:path w="509269" h="635635">
                <a:moveTo>
                  <a:pt x="345097" y="516298"/>
                </a:moveTo>
                <a:lnTo>
                  <a:pt x="326133" y="516298"/>
                </a:lnTo>
                <a:lnTo>
                  <a:pt x="227918" y="131785"/>
                </a:lnTo>
                <a:lnTo>
                  <a:pt x="227817" y="131392"/>
                </a:lnTo>
                <a:lnTo>
                  <a:pt x="221733" y="129379"/>
                </a:lnTo>
                <a:lnTo>
                  <a:pt x="215721" y="127150"/>
                </a:lnTo>
                <a:lnTo>
                  <a:pt x="209787" y="124711"/>
                </a:lnTo>
                <a:lnTo>
                  <a:pt x="203939" y="122066"/>
                </a:lnTo>
                <a:lnTo>
                  <a:pt x="351513" y="122066"/>
                </a:lnTo>
                <a:lnTo>
                  <a:pt x="344488" y="124711"/>
                </a:lnTo>
                <a:lnTo>
                  <a:pt x="322155" y="131785"/>
                </a:lnTo>
                <a:lnTo>
                  <a:pt x="299936" y="136416"/>
                </a:lnTo>
                <a:lnTo>
                  <a:pt x="248060" y="136416"/>
                </a:lnTo>
                <a:lnTo>
                  <a:pt x="345097" y="516298"/>
                </a:lnTo>
                <a:close/>
              </a:path>
              <a:path w="509269" h="635635">
                <a:moveTo>
                  <a:pt x="271947" y="138654"/>
                </a:moveTo>
                <a:lnTo>
                  <a:pt x="264073" y="138654"/>
                </a:lnTo>
                <a:lnTo>
                  <a:pt x="256061" y="137832"/>
                </a:lnTo>
                <a:lnTo>
                  <a:pt x="248060" y="136416"/>
                </a:lnTo>
                <a:lnTo>
                  <a:pt x="299936" y="136416"/>
                </a:lnTo>
                <a:lnTo>
                  <a:pt x="298294" y="136758"/>
                </a:lnTo>
                <a:lnTo>
                  <a:pt x="271947" y="138654"/>
                </a:lnTo>
                <a:close/>
              </a:path>
              <a:path w="509269" h="635635">
                <a:moveTo>
                  <a:pt x="194805" y="635459"/>
                </a:moveTo>
                <a:lnTo>
                  <a:pt x="135675" y="629450"/>
                </a:lnTo>
                <a:lnTo>
                  <a:pt x="83792" y="612666"/>
                </a:lnTo>
                <a:lnTo>
                  <a:pt x="41994" y="586971"/>
                </a:lnTo>
                <a:lnTo>
                  <a:pt x="13117" y="554227"/>
                </a:lnTo>
                <a:lnTo>
                  <a:pt x="0" y="516298"/>
                </a:lnTo>
                <a:lnTo>
                  <a:pt x="389610" y="516298"/>
                </a:lnTo>
                <a:lnTo>
                  <a:pt x="376496" y="554227"/>
                </a:lnTo>
                <a:lnTo>
                  <a:pt x="347620" y="586971"/>
                </a:lnTo>
                <a:lnTo>
                  <a:pt x="305820" y="612666"/>
                </a:lnTo>
                <a:lnTo>
                  <a:pt x="253935" y="629450"/>
                </a:lnTo>
                <a:lnTo>
                  <a:pt x="194805" y="6354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951357" y="2672375"/>
            <a:ext cx="509270" cy="635635"/>
          </a:xfrm>
          <a:custGeom>
            <a:avLst/>
            <a:gdLst/>
            <a:ahLst/>
            <a:cxnLst/>
            <a:rect l="l" t="t" r="r" b="b"/>
            <a:pathLst>
              <a:path w="509269" h="635635">
                <a:moveTo>
                  <a:pt x="360013" y="81681"/>
                </a:moveTo>
                <a:lnTo>
                  <a:pt x="326581" y="81681"/>
                </a:lnTo>
                <a:lnTo>
                  <a:pt x="332171" y="80165"/>
                </a:lnTo>
                <a:lnTo>
                  <a:pt x="337177" y="71414"/>
                </a:lnTo>
                <a:lnTo>
                  <a:pt x="335661" y="65824"/>
                </a:lnTo>
                <a:lnTo>
                  <a:pt x="331285" y="63321"/>
                </a:lnTo>
                <a:lnTo>
                  <a:pt x="324169" y="57883"/>
                </a:lnTo>
                <a:lnTo>
                  <a:pt x="318791" y="50890"/>
                </a:lnTo>
                <a:lnTo>
                  <a:pt x="315390" y="42754"/>
                </a:lnTo>
                <a:lnTo>
                  <a:pt x="314203" y="33889"/>
                </a:lnTo>
                <a:lnTo>
                  <a:pt x="316870" y="20709"/>
                </a:lnTo>
                <a:lnTo>
                  <a:pt x="324140" y="9936"/>
                </a:lnTo>
                <a:lnTo>
                  <a:pt x="334913" y="2667"/>
                </a:lnTo>
                <a:lnTo>
                  <a:pt x="348093" y="0"/>
                </a:lnTo>
                <a:lnTo>
                  <a:pt x="361267" y="2667"/>
                </a:lnTo>
                <a:lnTo>
                  <a:pt x="372038" y="9936"/>
                </a:lnTo>
                <a:lnTo>
                  <a:pt x="379306" y="20709"/>
                </a:lnTo>
                <a:lnTo>
                  <a:pt x="381973" y="33889"/>
                </a:lnTo>
                <a:lnTo>
                  <a:pt x="380084" y="47478"/>
                </a:lnTo>
                <a:lnTo>
                  <a:pt x="374693" y="61118"/>
                </a:lnTo>
                <a:lnTo>
                  <a:pt x="366212" y="74523"/>
                </a:lnTo>
                <a:lnTo>
                  <a:pt x="360013" y="81681"/>
                </a:lnTo>
                <a:close/>
              </a:path>
              <a:path w="509269" h="635635">
                <a:moveTo>
                  <a:pt x="0" y="123399"/>
                </a:moveTo>
                <a:lnTo>
                  <a:pt x="0" y="49436"/>
                </a:lnTo>
                <a:lnTo>
                  <a:pt x="14773" y="44979"/>
                </a:lnTo>
                <a:lnTo>
                  <a:pt x="36794" y="40122"/>
                </a:lnTo>
                <a:lnTo>
                  <a:pt x="63110" y="37298"/>
                </a:lnTo>
                <a:lnTo>
                  <a:pt x="90770" y="38940"/>
                </a:lnTo>
                <a:lnTo>
                  <a:pt x="104942" y="42530"/>
                </a:lnTo>
                <a:lnTo>
                  <a:pt x="119049" y="48041"/>
                </a:lnTo>
                <a:lnTo>
                  <a:pt x="133248" y="54905"/>
                </a:lnTo>
                <a:lnTo>
                  <a:pt x="168357" y="73357"/>
                </a:lnTo>
                <a:lnTo>
                  <a:pt x="189839" y="82884"/>
                </a:lnTo>
                <a:lnTo>
                  <a:pt x="212620" y="89672"/>
                </a:lnTo>
                <a:lnTo>
                  <a:pt x="237180" y="92259"/>
                </a:lnTo>
                <a:lnTo>
                  <a:pt x="356293" y="92259"/>
                </a:lnTo>
                <a:lnTo>
                  <a:pt x="358171" y="99613"/>
                </a:lnTo>
                <a:lnTo>
                  <a:pt x="79051" y="99613"/>
                </a:lnTo>
                <a:lnTo>
                  <a:pt x="55740" y="101423"/>
                </a:lnTo>
                <a:lnTo>
                  <a:pt x="55466" y="101423"/>
                </a:lnTo>
                <a:lnTo>
                  <a:pt x="33681" y="107241"/>
                </a:lnTo>
                <a:lnTo>
                  <a:pt x="14931" y="115162"/>
                </a:lnTo>
                <a:lnTo>
                  <a:pt x="0" y="123399"/>
                </a:lnTo>
                <a:close/>
              </a:path>
              <a:path w="509269" h="635635">
                <a:moveTo>
                  <a:pt x="356293" y="92259"/>
                </a:moveTo>
                <a:lnTo>
                  <a:pt x="237180" y="92259"/>
                </a:lnTo>
                <a:lnTo>
                  <a:pt x="263551" y="89950"/>
                </a:lnTo>
                <a:lnTo>
                  <a:pt x="283940" y="84117"/>
                </a:lnTo>
                <a:lnTo>
                  <a:pt x="299058" y="76319"/>
                </a:lnTo>
                <a:lnTo>
                  <a:pt x="309188" y="68445"/>
                </a:lnTo>
                <a:lnTo>
                  <a:pt x="312897" y="72629"/>
                </a:lnTo>
                <a:lnTo>
                  <a:pt x="317218" y="76319"/>
                </a:lnTo>
                <a:lnTo>
                  <a:pt x="326581" y="81681"/>
                </a:lnTo>
                <a:lnTo>
                  <a:pt x="360013" y="81681"/>
                </a:lnTo>
                <a:lnTo>
                  <a:pt x="355053" y="87409"/>
                </a:lnTo>
                <a:lnTo>
                  <a:pt x="356293" y="92259"/>
                </a:lnTo>
                <a:close/>
              </a:path>
              <a:path w="509269" h="635635">
                <a:moveTo>
                  <a:pt x="245054" y="138645"/>
                </a:moveTo>
                <a:lnTo>
                  <a:pt x="237171" y="138645"/>
                </a:lnTo>
                <a:lnTo>
                  <a:pt x="210822" y="136748"/>
                </a:lnTo>
                <a:lnTo>
                  <a:pt x="186959" y="131772"/>
                </a:lnTo>
                <a:lnTo>
                  <a:pt x="164636" y="124702"/>
                </a:lnTo>
                <a:lnTo>
                  <a:pt x="127570" y="110695"/>
                </a:lnTo>
                <a:lnTo>
                  <a:pt x="111503" y="105330"/>
                </a:lnTo>
                <a:lnTo>
                  <a:pt x="95410" y="101423"/>
                </a:lnTo>
                <a:lnTo>
                  <a:pt x="79051" y="99613"/>
                </a:lnTo>
                <a:lnTo>
                  <a:pt x="358171" y="99613"/>
                </a:lnTo>
                <a:lnTo>
                  <a:pt x="358530" y="101019"/>
                </a:lnTo>
                <a:lnTo>
                  <a:pt x="339570" y="101019"/>
                </a:lnTo>
                <a:lnTo>
                  <a:pt x="334473" y="104975"/>
                </a:lnTo>
                <a:lnTo>
                  <a:pt x="329129" y="108775"/>
                </a:lnTo>
                <a:lnTo>
                  <a:pt x="323457" y="112264"/>
                </a:lnTo>
                <a:lnTo>
                  <a:pt x="323457" y="122056"/>
                </a:lnTo>
                <a:lnTo>
                  <a:pt x="305178" y="122056"/>
                </a:lnTo>
                <a:lnTo>
                  <a:pt x="299334" y="124702"/>
                </a:lnTo>
                <a:lnTo>
                  <a:pt x="293400" y="127142"/>
                </a:lnTo>
                <a:lnTo>
                  <a:pt x="287386" y="129373"/>
                </a:lnTo>
                <a:lnTo>
                  <a:pt x="281300" y="131392"/>
                </a:lnTo>
                <a:lnTo>
                  <a:pt x="280020" y="136407"/>
                </a:lnTo>
                <a:lnTo>
                  <a:pt x="261058" y="136407"/>
                </a:lnTo>
                <a:lnTo>
                  <a:pt x="253056" y="137823"/>
                </a:lnTo>
                <a:lnTo>
                  <a:pt x="245054" y="138645"/>
                </a:lnTo>
                <a:close/>
              </a:path>
              <a:path w="509269" h="635635">
                <a:moveTo>
                  <a:pt x="464614" y="516289"/>
                </a:moveTo>
                <a:lnTo>
                  <a:pt x="445651" y="516289"/>
                </a:lnTo>
                <a:lnTo>
                  <a:pt x="339673" y="101423"/>
                </a:lnTo>
                <a:lnTo>
                  <a:pt x="339570" y="101019"/>
                </a:lnTo>
                <a:lnTo>
                  <a:pt x="358530" y="101019"/>
                </a:lnTo>
                <a:lnTo>
                  <a:pt x="464614" y="516289"/>
                </a:lnTo>
                <a:close/>
              </a:path>
              <a:path w="509269" h="635635">
                <a:moveTo>
                  <a:pt x="323457" y="516289"/>
                </a:moveTo>
                <a:lnTo>
                  <a:pt x="305178" y="516289"/>
                </a:lnTo>
                <a:lnTo>
                  <a:pt x="305178" y="122056"/>
                </a:lnTo>
                <a:lnTo>
                  <a:pt x="323457" y="122056"/>
                </a:lnTo>
                <a:lnTo>
                  <a:pt x="323457" y="516289"/>
                </a:lnTo>
                <a:close/>
              </a:path>
              <a:path w="509269" h="635635">
                <a:moveTo>
                  <a:pt x="182984" y="516289"/>
                </a:moveTo>
                <a:lnTo>
                  <a:pt x="164021" y="516289"/>
                </a:lnTo>
                <a:lnTo>
                  <a:pt x="260971" y="136748"/>
                </a:lnTo>
                <a:lnTo>
                  <a:pt x="261058" y="136407"/>
                </a:lnTo>
                <a:lnTo>
                  <a:pt x="280020" y="136407"/>
                </a:lnTo>
                <a:lnTo>
                  <a:pt x="182984" y="516289"/>
                </a:lnTo>
                <a:close/>
              </a:path>
              <a:path w="509269" h="635635">
                <a:moveTo>
                  <a:pt x="314313" y="635450"/>
                </a:moveTo>
                <a:lnTo>
                  <a:pt x="255184" y="629441"/>
                </a:lnTo>
                <a:lnTo>
                  <a:pt x="203301" y="612657"/>
                </a:lnTo>
                <a:lnTo>
                  <a:pt x="161502" y="586962"/>
                </a:lnTo>
                <a:lnTo>
                  <a:pt x="132625" y="554218"/>
                </a:lnTo>
                <a:lnTo>
                  <a:pt x="119508" y="516289"/>
                </a:lnTo>
                <a:lnTo>
                  <a:pt x="509118" y="516289"/>
                </a:lnTo>
                <a:lnTo>
                  <a:pt x="496001" y="554218"/>
                </a:lnTo>
                <a:lnTo>
                  <a:pt x="467124" y="586962"/>
                </a:lnTo>
                <a:lnTo>
                  <a:pt x="425325" y="612657"/>
                </a:lnTo>
                <a:lnTo>
                  <a:pt x="373442" y="629441"/>
                </a:lnTo>
                <a:lnTo>
                  <a:pt x="314313" y="635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618255" y="3449535"/>
            <a:ext cx="571500" cy="102870"/>
          </a:xfrm>
          <a:custGeom>
            <a:avLst/>
            <a:gdLst/>
            <a:ahLst/>
            <a:cxnLst/>
            <a:rect l="l" t="t" r="r" b="b"/>
            <a:pathLst>
              <a:path w="571500" h="102870">
                <a:moveTo>
                  <a:pt x="426669" y="0"/>
                </a:moveTo>
                <a:lnTo>
                  <a:pt x="247040" y="0"/>
                </a:lnTo>
                <a:lnTo>
                  <a:pt x="144322" y="0"/>
                </a:lnTo>
                <a:lnTo>
                  <a:pt x="144322" y="35356"/>
                </a:lnTo>
                <a:lnTo>
                  <a:pt x="426669" y="35356"/>
                </a:lnTo>
                <a:lnTo>
                  <a:pt x="426669" y="0"/>
                </a:lnTo>
                <a:close/>
              </a:path>
              <a:path w="571500" h="102870">
                <a:moveTo>
                  <a:pt x="571004" y="102819"/>
                </a:moveTo>
                <a:lnTo>
                  <a:pt x="550875" y="61341"/>
                </a:lnTo>
                <a:lnTo>
                  <a:pt x="527875" y="53632"/>
                </a:lnTo>
                <a:lnTo>
                  <a:pt x="43129" y="53632"/>
                </a:lnTo>
                <a:lnTo>
                  <a:pt x="6286" y="81254"/>
                </a:lnTo>
                <a:lnTo>
                  <a:pt x="0" y="102819"/>
                </a:lnTo>
                <a:lnTo>
                  <a:pt x="571004" y="102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422828" y="3570620"/>
            <a:ext cx="962025" cy="49530"/>
          </a:xfrm>
          <a:custGeom>
            <a:avLst/>
            <a:gdLst/>
            <a:ahLst/>
            <a:cxnLst/>
            <a:rect l="l" t="t" r="r" b="b"/>
            <a:pathLst>
              <a:path w="962025" h="49529">
                <a:moveTo>
                  <a:pt x="961867" y="49454"/>
                </a:moveTo>
                <a:lnTo>
                  <a:pt x="0" y="49454"/>
                </a:lnTo>
                <a:lnTo>
                  <a:pt x="6202" y="28098"/>
                </a:lnTo>
                <a:lnTo>
                  <a:pt x="11658" y="16728"/>
                </a:lnTo>
                <a:lnTo>
                  <a:pt x="20258" y="7845"/>
                </a:lnTo>
                <a:lnTo>
                  <a:pt x="31184" y="2063"/>
                </a:lnTo>
                <a:lnTo>
                  <a:pt x="43617" y="0"/>
                </a:lnTo>
                <a:lnTo>
                  <a:pt x="918249" y="0"/>
                </a:lnTo>
                <a:lnTo>
                  <a:pt x="955665" y="28098"/>
                </a:lnTo>
                <a:lnTo>
                  <a:pt x="961867" y="49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7480938"/>
            <a:ext cx="18287999" cy="280454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3125" y="7480938"/>
            <a:ext cx="16103600" cy="2162175"/>
            <a:chOff x="13125" y="7480938"/>
            <a:chExt cx="16103600" cy="2162175"/>
          </a:xfrm>
        </p:grpSpPr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125" y="7783348"/>
              <a:ext cx="15316199" cy="1752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54006" y="7480938"/>
              <a:ext cx="2162174" cy="2162174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55" rIns="0" bIns="0" rtlCol="0">
            <a:spAutoFit/>
          </a:bodyPr>
          <a:lstStyle/>
          <a:p>
            <a:pPr marL="211454">
              <a:lnSpc>
                <a:spcPts val="2905"/>
              </a:lnSpc>
            </a:pPr>
            <a:r>
              <a:rPr spc="-85" dirty="0"/>
              <a:t>@SIH</a:t>
            </a:r>
            <a:r>
              <a:rPr spc="-540" dirty="0"/>
              <a:t> </a:t>
            </a:r>
            <a:r>
              <a:rPr spc="-130" dirty="0"/>
              <a:t>Idea</a:t>
            </a:r>
            <a:r>
              <a:rPr spc="-540" dirty="0"/>
              <a:t> </a:t>
            </a:r>
            <a:r>
              <a:rPr spc="-180" dirty="0"/>
              <a:t>submission-</a:t>
            </a:r>
            <a:r>
              <a:rPr spc="-540" dirty="0"/>
              <a:t> </a:t>
            </a:r>
            <a:r>
              <a:rPr spc="-520" dirty="0"/>
              <a:t>T</a:t>
            </a:r>
            <a:r>
              <a:rPr spc="-185" dirty="0"/>
              <a:t>e</a:t>
            </a:r>
            <a:r>
              <a:rPr spc="-150" dirty="0"/>
              <a:t>m</a:t>
            </a:r>
            <a:r>
              <a:rPr spc="-170" dirty="0"/>
              <a:t>p</a:t>
            </a:r>
            <a:r>
              <a:rPr spc="-190" dirty="0"/>
              <a:t>l</a:t>
            </a:r>
            <a:r>
              <a:rPr spc="-185" dirty="0"/>
              <a:t>a</a:t>
            </a:r>
            <a:r>
              <a:rPr spc="-204" dirty="0"/>
              <a:t>t</a:t>
            </a:r>
            <a:r>
              <a:rPr spc="-20" dirty="0"/>
              <a:t>e</a:t>
            </a:r>
          </a:p>
        </p:txBody>
      </p:sp>
      <p:pic>
        <p:nvPicPr>
          <p:cNvPr id="16" name="object 1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688770" y="7462034"/>
            <a:ext cx="1599229" cy="2495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@SIH Idea submission- Template</dc:title>
  <dc:creator>Abhishek Kumar</dc:creator>
  <cp:keywords>DAHV8Rer-xw,BAHV2DYCkGw</cp:keywords>
  <cp:lastModifiedBy>Hitesh Sharma</cp:lastModifiedBy>
  <cp:revision>1</cp:revision>
  <dcterms:created xsi:type="dcterms:W3CDTF">2026-09-23T16:08:01Z</dcterms:created>
  <dcterms:modified xsi:type="dcterms:W3CDTF">2026-09-23T17:24:28Z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2026-09-23T00:00:00Z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